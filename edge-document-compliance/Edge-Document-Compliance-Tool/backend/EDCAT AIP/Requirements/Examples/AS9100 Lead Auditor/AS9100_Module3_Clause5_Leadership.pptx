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3: Clause 5 – Leadership &amp; Commitment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AS9100 Lead Auditor Training | 13:30–15:00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5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Leadership = visible commitment to the QMS</a:t>
            </a:r>
          </a:p>
          <a:p>
            <a:r>
              <a:t>Defines vision, policy, roles, communication</a:t>
            </a:r>
          </a:p>
          <a:p>
            <a:r>
              <a:t>Leadership failure undermines every clause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Leadership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Demonstrated by ownership of QMS effectiveness</a:t>
            </a:r>
          </a:p>
          <a:p>
            <a:r>
              <a:t>Alignment with strategic direction</a:t>
            </a:r>
          </a:p>
          <a:p>
            <a:r>
              <a:t>Promotion of risk-based thinking</a:t>
            </a:r>
          </a:p>
          <a:p>
            <a:r>
              <a:t>Provision of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Clues – 5.1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 opens every Management Review?</a:t>
            </a:r>
          </a:p>
          <a:p>
            <a:r>
              <a:t>Resources added after KPI declines?</a:t>
            </a:r>
          </a:p>
          <a:p>
            <a:r>
              <a:t>New product risks discussed at executive level?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Quality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Must be appropriate to purpose and context</a:t>
            </a:r>
          </a:p>
          <a:p>
            <a:r>
              <a:t>Supports strategic direction</a:t>
            </a:r>
          </a:p>
          <a:p>
            <a:r>
              <a:t>Includes commitment to requirements and improvement</a:t>
            </a:r>
          </a:p>
          <a:p>
            <a:r>
              <a:t>Available, communicated, understood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Evaluation –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sample Q-policies from 3 companies</a:t>
            </a:r>
          </a:p>
          <a:p>
            <a:r>
              <a:t>Mark: unclear, misaligned, non-committed language</a:t>
            </a:r>
          </a:p>
          <a:p>
            <a:r>
              <a:t>Revise one to improve clarity &amp; AS9100 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Organizational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management ensures QMS responsibilities are assigned</a:t>
            </a:r>
          </a:p>
          <a:p>
            <a:r>
              <a:t>Roles = authority to act and accountability for results</a:t>
            </a:r>
          </a:p>
          <a:p>
            <a:r>
              <a:t>Management Rep may still exist; not required by 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Clarity –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Failure: NCR shows production manager wasn't aware of contract change</a:t>
            </a:r>
          </a:p>
          <a:p>
            <a:r>
              <a:t>Audit finding: role confusion, Clause 5.3</a:t>
            </a:r>
          </a:p>
          <a:p>
            <a:r>
              <a:t>Fix: RACI matrix + cross-training on new authority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in Action –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True/False: The policy must mention continual improvement.</a:t>
            </a:r>
          </a:p>
          <a:p>
            <a:r>
              <a:t>Who is responsible for promoting risk-based thinking?</a:t>
            </a:r>
          </a:p>
          <a:p>
            <a:r>
              <a:t>What clause number covers QMS roles?</a:t>
            </a:r>
          </a:p>
          <a:p>
            <a:r>
              <a:t>Name one way leadership shows commitment visibly.</a:t>
            </a:r>
          </a:p>
          <a:p>
            <a:r>
              <a:t>Which clause links policy to strategy?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Findings – Clause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Policy outdated post-merger</a:t>
            </a:r>
          </a:p>
          <a:p>
            <a:r>
              <a:t>Leadership absent from audits or MRM</a:t>
            </a:r>
          </a:p>
          <a:p>
            <a:r>
              <a:t>Delegated QMS role lacks authority</a:t>
            </a:r>
          </a:p>
          <a:p>
            <a:r>
              <a:t>Risk-based thinking not promoted at 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Look for walk-the-talk indicators, not slogans</a:t>
            </a:r>
          </a:p>
          <a:p>
            <a:r>
              <a:t>Leadership findings often trigger deeper review</a:t>
            </a:r>
          </a:p>
          <a:p>
            <a:r>
              <a:t>Clause 5 is where QMS culture begins</a:t>
            </a:r>
          </a:p>
          <a:p>
            <a:r>
              <a:t>Transition: Planning and Support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