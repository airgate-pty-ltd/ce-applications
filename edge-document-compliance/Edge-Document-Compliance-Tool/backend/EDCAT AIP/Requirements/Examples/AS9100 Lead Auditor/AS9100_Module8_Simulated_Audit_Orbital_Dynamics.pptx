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8: Simulated Audit – Orbital Dynamics, Inc.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AS9100 Lead Auditor Training | Day 3 PM &amp; Day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Simulated Audit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Full-scope audit of fictional company: Orbital Dynamics, Inc.</a:t>
            </a:r>
          </a:p>
          <a:p>
            <a:r>
              <a:t>Use real documents: SOPs, Quality Manual, NCRs, Dashboard, CARs</a:t>
            </a:r>
          </a:p>
          <a:p>
            <a:r>
              <a:t>Objectives: Plan, Execute,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Scenario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Company: Orbital Dynamics, aerospace actuator supplier</a:t>
            </a:r>
          </a:p>
          <a:p>
            <a:r>
              <a:t>Staff: 120 employees, 3 facilities, DPD &amp; bonding processes</a:t>
            </a:r>
          </a:p>
          <a:p>
            <a:r>
              <a:t>Certifications: AS9100, FAA Part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Materials Provided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Excerpt from QMS Manual (Clauses 4–10)</a:t>
            </a:r>
          </a:p>
          <a:p>
            <a:r>
              <a:t>Organizational Chart</a:t>
            </a:r>
          </a:p>
          <a:p>
            <a:r>
              <a:t>SOP-820-01: Supplier Evaluation &amp; Monitoring</a:t>
            </a:r>
          </a:p>
          <a:p>
            <a:r>
              <a:t>SOP-853-02: Adhesive Bonding Process</a:t>
            </a:r>
          </a:p>
          <a:p>
            <a:r>
              <a:t>SOP-750-01: Control of Documented Information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Register – selected entries</a:t>
            </a:r>
          </a:p>
          <a:p>
            <a:r>
              <a:t>NCR-1119, NCR-1121 – active</a:t>
            </a:r>
          </a:p>
          <a:p>
            <a:r>
              <a:t>CAR-2023-004 – Open with 2 extension requests</a:t>
            </a:r>
          </a:p>
          <a:p>
            <a:r>
              <a:t>Performance Dashboard – 3-month OTD decline (82% to 75%)</a:t>
            </a:r>
          </a:p>
          <a:p>
            <a:r>
              <a:t>Management Review Summary – key findings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Team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Roles assigned: Lead Auditor, Process Auditor, Observer</a:t>
            </a:r>
          </a:p>
          <a:p>
            <a:r>
              <a:t>Lead Auditor coordinates schedule and reporting</a:t>
            </a:r>
          </a:p>
          <a:p>
            <a:r>
              <a:t>Process Auditors cover Purchasing, Manufacturing, 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Plan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scope and criteria</a:t>
            </a:r>
          </a:p>
          <a:p>
            <a:r>
              <a:t>Set opening meeting script</a:t>
            </a:r>
          </a:p>
          <a:p>
            <a:r>
              <a:t>Assign process audits and time blocks</a:t>
            </a:r>
          </a:p>
          <a:p>
            <a:r>
              <a:t>Prepare interview questions based on clauses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Roleplay –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Pairs rotate through interviews with fictional staff</a:t>
            </a:r>
          </a:p>
          <a:p>
            <a:r>
              <a:t>Use SOPs and metrics to challenge responses</a:t>
            </a:r>
          </a:p>
          <a:p>
            <a:r>
              <a:t>Document notes and evidence in audit notebook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Drafting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up 3 findings: one OFI, one Minor, one Major</a:t>
            </a:r>
          </a:p>
          <a:p>
            <a:r>
              <a:t>Link each to clause and evidence</a:t>
            </a:r>
          </a:p>
          <a:p>
            <a:r>
              <a:t>Review in peer groups and revise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Report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provided template</a:t>
            </a:r>
          </a:p>
          <a:p>
            <a:r>
              <a:t>Include: summary, findings, conformity statement, signatures</a:t>
            </a:r>
          </a:p>
          <a:p>
            <a:r>
              <a:t>Submit to Instructor for review and feedback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trails must link to objective evidence</a:t>
            </a:r>
          </a:p>
          <a:p>
            <a:r>
              <a:t>Process-based sampling reveals system-level gaps</a:t>
            </a:r>
          </a:p>
          <a:p>
            <a:r>
              <a:t>Clause linkage must be precise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Simulated Audit Debrief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shares challenges and lessons</a:t>
            </a:r>
          </a:p>
          <a:p>
            <a:r>
              <a:t>Discuss real-world audit timing, communication, pressure</a:t>
            </a:r>
          </a:p>
          <a:p>
            <a:r>
              <a:t>Instructor feedback on evidence handling and report logic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You’ve completed the Practice stage of T-PEx</a:t>
            </a:r>
          </a:p>
          <a:p>
            <a:r>
              <a:t>Prepare for Final Exam: Written + Simulated Audit Role</a:t>
            </a:r>
          </a:p>
          <a:p>
            <a:r>
              <a:t>Review your notes, clause map, and findings for next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