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7: Auditor Requirements – ISO 19011 &amp; AS9104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Day 3 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Auditing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Guiding Standard: ISO 19011 – Auditing Management Systems</a:t>
            </a:r>
          </a:p>
          <a:p>
            <a:r>
              <a:t>Aerospace Rulebook: AS9104/1, /2, /3</a:t>
            </a:r>
          </a:p>
          <a:p>
            <a:r>
              <a:t>Auditor duties, process, ethics, and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19011 – Principles of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Integrity – foundation of trust</a:t>
            </a:r>
          </a:p>
          <a:p>
            <a:r>
              <a:t>Fair presentation – report truthfully</a:t>
            </a:r>
          </a:p>
          <a:p>
            <a:r>
              <a:t>Due professional care – competence, judgement</a:t>
            </a:r>
          </a:p>
          <a:p>
            <a:r>
              <a:t>Independence – objective and impartial</a:t>
            </a:r>
          </a:p>
          <a:p>
            <a:r>
              <a:t>Evidence-based approach – traceable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Program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objectives, scope, criteria</a:t>
            </a:r>
          </a:p>
          <a:p>
            <a:r>
              <a:t>Assign competent resources</a:t>
            </a:r>
          </a:p>
          <a:p>
            <a:r>
              <a:t>Monitor, review, improve audit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Process per ISO 19011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Initiate audit</a:t>
            </a:r>
          </a:p>
          <a:p>
            <a:r>
              <a:t>2. Prepare audit activities</a:t>
            </a:r>
          </a:p>
          <a:p>
            <a:r>
              <a:t>3. Conduct on-site/off-site activities</a:t>
            </a:r>
          </a:p>
          <a:p>
            <a:r>
              <a:t>4. Prepare and distribute report</a:t>
            </a:r>
          </a:p>
          <a:p>
            <a:r>
              <a:t>5. Complete follow-up as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 Competence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principles, procedures, techniques</a:t>
            </a:r>
          </a:p>
          <a:p>
            <a:r>
              <a:t>Applicable standards (AS9100) and industry context</a:t>
            </a:r>
          </a:p>
          <a:p>
            <a:r>
              <a:t>Risk management, process approach</a:t>
            </a:r>
          </a:p>
          <a:p>
            <a:r>
              <a:t>Personal traits: ethical, observant, communicative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 Skill Assessment –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Rate yourself on 1–5 scale for: objectivity, inquiry skill, technical grasp, clause recall</a:t>
            </a:r>
          </a:p>
          <a:p>
            <a:r>
              <a:t>Pair up and share examples of auditor judgment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AS9104 Series – What You Need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9104/1: Certification structure and expectations</a:t>
            </a:r>
          </a:p>
          <a:p>
            <a:r>
              <a:t>9104/2: Oversight and performance monitoring</a:t>
            </a:r>
          </a:p>
          <a:p>
            <a:r>
              <a:t>9104/3: Auditor authentication (AAQG/IAQG process)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 Grades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Auditor vs. Lead Auditor – leadership in audit team</a:t>
            </a:r>
          </a:p>
          <a:p>
            <a:r>
              <a:t>Authentication levels: AEA, ALA, ATA</a:t>
            </a:r>
          </a:p>
          <a:p>
            <a:r>
              <a:t>Tasks differ: plan vs. conduct vs. manage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OASIS Database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Auditor records, NCR history, and corrective actions</a:t>
            </a:r>
          </a:p>
          <a:p>
            <a:r>
              <a:t>Used by CBs, OEMs, regulators</a:t>
            </a:r>
          </a:p>
          <a:p>
            <a:r>
              <a:t>Audit trail for performance and escalation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and Conflict of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Can’t audit your own work or direct reports</a:t>
            </a:r>
          </a:p>
          <a:p>
            <a:r>
              <a:t>Avoid influencing outcomes for favoritism</a:t>
            </a:r>
          </a:p>
          <a:p>
            <a:r>
              <a:t>Escalate suspected conflicts to audit 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Quiz: ISO 19011 &amp; AS9104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Name two principles of auditing.</a:t>
            </a:r>
          </a:p>
          <a:p>
            <a:r>
              <a:t>2. What is required to become a Lead Auditor?</a:t>
            </a:r>
          </a:p>
          <a:p>
            <a:r>
              <a:t>3. Who uses OASIS and why?</a:t>
            </a:r>
          </a:p>
          <a:p>
            <a:r>
              <a:t>4. What is the role of ISO 19011?</a:t>
            </a:r>
          </a:p>
          <a:p>
            <a:r>
              <a:t>5. Give one example of a conflict of interest in auditing.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19011 as your process manual</a:t>
            </a:r>
          </a:p>
          <a:p>
            <a:r>
              <a:t>Know 9104 series for aerospace audit structure</a:t>
            </a:r>
          </a:p>
          <a:p>
            <a:r>
              <a:t>Next module = simulated audit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