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AS9100 Rev D Lead Auditor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T-PEx Format | Orbital Dynamics Case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&amp;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AS9100 Rev D Lead Auditor Training.</a:t>
            </a:r>
          </a:p>
          <a:p>
            <a:r>
              <a:t>Training will simulate a real audit scenario.</a:t>
            </a:r>
          </a:p>
          <a:p>
            <a:r>
              <a:t>Modules: Clauses 4–10 + ISO 19011 Auditor Requirements</a:t>
            </a:r>
          </a:p>
          <a:p>
            <a:r>
              <a:t>Please minimize distractions and set up your workspace.</a:t>
            </a:r>
          </a:p>
          <a:p>
            <a:r>
              <a:t>Use your printed standard, notebook, and worksheets.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Decode AS9100 Rev D shall/should/note/annex structure</a:t>
            </a:r>
          </a:p>
          <a:p>
            <a:r>
              <a:t>Perform full-scope audits per ISO 19011 and AS9104</a:t>
            </a:r>
          </a:p>
          <a:p>
            <a:r>
              <a:t>Write clause-linked, evidence-based audit findings</a:t>
            </a:r>
          </a:p>
          <a:p>
            <a:r>
              <a:t>Support audit reporting, scoring, and certification readiness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– Lineage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MIL-Q-9858 → AS9100 Rev D</a:t>
            </a:r>
          </a:p>
          <a:p>
            <a:r>
              <a:t>Key terms: Critical Item, FAI, Escape, Concession, CM, ORM</a:t>
            </a:r>
          </a:p>
          <a:p>
            <a:r>
              <a:t>Four Aerospace Imperatives: Product Safety, ORM, CM, Counterfeit Prevention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– Clause 4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&amp; External Issues (PESTLE + SWOT)</a:t>
            </a:r>
          </a:p>
          <a:p>
            <a:r>
              <a:t>Interested Parties &amp; Expectations</a:t>
            </a:r>
          </a:p>
          <a:p>
            <a:r>
              <a:t>QMS Scope &amp; justified exclusions</a:t>
            </a:r>
          </a:p>
          <a:p>
            <a:r>
              <a:t>QMS Processes (Turtle/SIPOC/Salmon Diagrams)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– Clause 5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Management commitment, Policy, Roles</a:t>
            </a:r>
          </a:p>
          <a:p>
            <a:r>
              <a:t>Audit independence, integration, communication</a:t>
            </a:r>
          </a:p>
          <a:p>
            <a:r>
              <a:t>Leadership artifacts: KPIs, decisions, visibility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– Clauses 6 &amp;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 &amp; Opportunities (6.1), Quality Objectives (6.2)</a:t>
            </a:r>
          </a:p>
          <a:p>
            <a:r>
              <a:t>Support: Competence, Awareness, Infrastructure, Documentation</a:t>
            </a:r>
          </a:p>
          <a:p>
            <a:r>
              <a:t>Audit tip: Link Clause 6 to Clause 9 indicators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– Clause 8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 &amp; Control, Design &amp; Dev, Purchasing</a:t>
            </a:r>
          </a:p>
          <a:p>
            <a:r>
              <a:t>Production &amp; Service Provision, Control of NC Output</a:t>
            </a:r>
          </a:p>
          <a:p>
            <a:r>
              <a:t>Special Processes, FAI, Configuration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– Clauses 9 &amp;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Monitoring &amp; Measurement, Audit, Management Review</a:t>
            </a:r>
          </a:p>
          <a:p>
            <a:r>
              <a:t>Nonconformance, Corrective Action, Continual Improvement</a:t>
            </a:r>
          </a:p>
          <a:p>
            <a:r>
              <a:t>Common findings: stale KPIs, unverified effectiveness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– ISO 19011 + AS9104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principles: integrity, fair presentation, due care</a:t>
            </a:r>
          </a:p>
          <a:p>
            <a:r>
              <a:t>Audit lifecycle: plan, perform, report, follow-up</a:t>
            </a:r>
          </a:p>
          <a:p>
            <a:r>
              <a:t>AS9104 audit structures, scoring, reporting, OASIS entries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Audit – Orbital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&amp; Production of Control Modules</a:t>
            </a:r>
          </a:p>
          <a:p>
            <a:r>
              <a:t>Simulated processes: Contract Review, Bonding, Supplier Controls</a:t>
            </a:r>
          </a:p>
          <a:p>
            <a:r>
              <a:t>Deliverables: Plan, Checklist, Interviews, Findings, Report</a:t>
            </a:r>
          </a:p>
          <a:p>
            <a:r>
              <a:t>Case Documents: SOPs, Risk Register, CAR/NCR, MRM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