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Module 4: Clauses 6 &amp; 7 – Planning and Support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AS9100 Lead Auditor Training | 15:15–17:00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Clause 6 – Planning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Clause 6 bridges strategic goals to operational plans</a:t>
            </a:r>
          </a:p>
          <a:p>
            <a:r>
              <a:t>Includes risk, opportunity, objectives, and planning changes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6.1 Actions to Address Risks and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risks from Clause 4 issues</a:t>
            </a:r>
          </a:p>
          <a:p>
            <a:r>
              <a:t>Plan responses to mitigate or enhance outcomes</a:t>
            </a:r>
          </a:p>
          <a:p>
            <a:r>
              <a:t>Audit tip: look for link from risk to 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Risk Mapping Drill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Given 4.1 issue list → Write a 6.1 action</a:t>
            </a:r>
          </a:p>
          <a:p>
            <a:r>
              <a:t>Review peer actions for SMART logic</a:t>
            </a:r>
          </a:p>
          <a:p>
            <a:r>
              <a:t>Trace one action to its controlling procedure or KPI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6.2 Quality Objectives and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Objectives must be measurable and aligned to policy</a:t>
            </a:r>
          </a:p>
          <a:p>
            <a:r>
              <a:t>Include: who, what, when, how evaluated</a:t>
            </a:r>
          </a:p>
          <a:p>
            <a:r>
              <a:t>Audit cue: missing metrics or untracked objectives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Clause 7 – Support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Covers all infrastructure, resources, people, knowledge, documentation</a:t>
            </a:r>
          </a:p>
          <a:p>
            <a:r>
              <a:t>This clause makes the QMS sustainable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7.1.2 People and 7.1.3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People: Look for gaps in competency</a:t>
            </a:r>
          </a:p>
          <a:p>
            <a:r>
              <a:t>Infrastructure: Equipment, buildings, environment</a:t>
            </a:r>
          </a:p>
          <a:p>
            <a:r>
              <a:t>Audit: Are needed resources available &amp; monitored?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7.1.4 Environment and 7.1.5 Monitoring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Workplace: Clean, organized, temperature-controlled</a:t>
            </a:r>
          </a:p>
          <a:p>
            <a:r>
              <a:t>Calibrations: Equipment traceability and coverage</a:t>
            </a:r>
          </a:p>
          <a:p>
            <a:r>
              <a:t>Audit test: Spot check calibration stickers vs records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7.1.6 Organizational Knowledge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Defined, retained, accessible knowledge</a:t>
            </a:r>
          </a:p>
          <a:p>
            <a:r>
              <a:t>Audit clue: Reliance on tribal knowledge or absent SOPs</a:t>
            </a:r>
          </a:p>
          <a:p>
            <a:r>
              <a:t>Look for knowledge gaps during process changes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7.2 Competence and 7.3 Awareness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Documented competence: training records + effectiveness</a:t>
            </a:r>
          </a:p>
          <a:p>
            <a:r>
              <a:t>Awareness = do they know their impact on quality?</a:t>
            </a:r>
          </a:p>
          <a:p>
            <a:r>
              <a:t>Audit evidence: interview floor operators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7.4 Communication and 7.5 Documented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Communication matrix, internal vs external targets</a:t>
            </a:r>
          </a:p>
          <a:p>
            <a:r>
              <a:t>Control of documents and records: approval, update, archive</a:t>
            </a:r>
          </a:p>
          <a:p>
            <a:r>
              <a:t>Audit test: Obsolete document on shop floor = finding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Quiz – Planning &amp;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What’s required in a quality objective?</a:t>
            </a:r>
          </a:p>
          <a:p>
            <a:r>
              <a:t>2. Give an example of an organizational knowledge risk.</a:t>
            </a:r>
          </a:p>
          <a:p>
            <a:r>
              <a:t>3. How is awareness confirmed on the floor?</a:t>
            </a:r>
          </a:p>
          <a:p>
            <a:r>
              <a:t>4. What triggers a risk plan under 6.1?</a:t>
            </a:r>
          </a:p>
          <a:p>
            <a:r>
              <a:t>5. Name 3 elements of document control.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Findings Clauses 6 &amp;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Non-measurable objectives</a:t>
            </a:r>
          </a:p>
          <a:p>
            <a:r>
              <a:t>Competence = attendance only</a:t>
            </a:r>
          </a:p>
          <a:p>
            <a:r>
              <a:t>Uncontrolled tribal knowledge</a:t>
            </a:r>
          </a:p>
          <a:p>
            <a:r>
              <a:t>No comms plan for regulatory updates</a:t>
            </a:r>
          </a:p>
          <a:p>
            <a:r>
              <a:t>Calibration expired or uncontrolled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Wrap-Up: Clauses 6 &amp;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Planning defines direction; Support sustains it</a:t>
            </a:r>
          </a:p>
          <a:p>
            <a:r>
              <a:t>Auditors track linkage: risks → actions → evidence</a:t>
            </a:r>
          </a:p>
          <a:p>
            <a:r>
              <a:t>Final check: Is support proportional to QMS needs?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