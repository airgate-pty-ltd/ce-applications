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41A6-EC4E-CC22-06FC-95636EAC6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10CBE-0B86-FB52-5677-6EE931739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C860-E1F1-F915-C8F2-ADA70329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F1B86-4FEA-E422-B210-963BC1C8D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6ED02-8943-1D55-F16C-B3F076465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4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7EAC-EB17-69F1-2A13-CB8334B7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7347-D2EF-B62A-B7AB-003BB3985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DB4E5-05B0-A46A-C89A-CDC4A1AD2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084EB-75E6-2E4D-C122-94EF24C01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8029D-5E0A-4C29-F218-2CAF55193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2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CA495-650B-7033-B1A2-3BC6B900E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51D34-BF04-E1B5-5C55-B6EDE9FFE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9B65C-6946-94FA-165C-14622A322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E3D1D-5D31-7F59-662B-6AEE1568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16E08-4FAF-309A-4C18-B6F4CCB0D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9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5616B-9BD2-22B1-D39F-704E52F9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24BF-C293-9B11-A707-3A6D71CCF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27608-1460-4F26-5F6D-2C1B22A96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D4700-F17E-768A-33B6-76B15E42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2443B-4CA0-E7F2-D6BF-99854D41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88486-25B2-2105-C87B-F31BACEC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08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11246-B7F6-25D9-F2FF-E9DB0EACF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48D1B-36A0-0210-0485-236EED532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463D8-D810-3C1E-526C-B4D327F0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44861-9899-8317-6097-36537B8D3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B59D3B-83C1-DA0F-FB60-B44173708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13CD6E-92E6-03C1-DA69-EAD17A302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E49B1-01B2-6C11-2D34-4AA776484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5B48F-424E-8A73-70DF-DE125083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6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2BF2-3ED2-12AE-D3CA-8881ABEC0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04AFF6-3D6E-28EA-324C-27A886C1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70038-BDF3-A674-E9FE-15A924B4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6C269-0B51-9743-06BD-A7FE6840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57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CF2C9-3644-D1F0-DF6C-E9C05921B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9F46B-B69D-44FD-6E6D-E76BC2CF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00CD4-0DEE-67E4-FB03-2EADE4EB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3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25868-1C16-CC9B-8CB6-781C998B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153D0-BFA3-1182-E3D1-3F50D6AD5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36588-768D-030C-C09A-F4B6220B9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D5F2C-CDDB-5397-14A7-F51030DE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36528-1590-0727-FA68-D70666654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27773-C954-F664-D705-1471DA00F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70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76AE-8BDC-8BF6-84B0-1D3B79AB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91A374-1DC1-98F6-9226-53BFD9B9CC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32C39-DBCB-A636-1D0A-C579BCC5A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28054-72CF-D4B1-CBAF-09B66527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ED523-74E0-7F10-A1DB-E21ABA1F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2D0E7-9FD2-7AF4-E767-693123A84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2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21522-5798-9184-F439-54E08EDC7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849F0-4F6E-3150-681B-75B6253F1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4E4BA-255F-33C0-4AEB-B15125C2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97C7-5572-3DD9-5571-682D722C0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3D2BF-F3F3-5EDB-34FC-633DA648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0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EED611-FDE6-5BA4-9B39-114C98E1B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3D2CA-62ED-7C24-D9CF-46A17A446F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5680B-0BD5-381C-2CB4-D5B67CFD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CEE9E-E893-0E8D-B9FB-20006BE8B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77D5B-B13C-4BBB-4898-BD149798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9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B43B8-666F-846E-623F-17BF474A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27FA3-7AAE-E7C6-1C89-4610180A5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83C93-5CBA-754B-AB46-5509B44D1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F22E8-8317-4C5C-A29D-B752CEBD2F12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4CBC2-33DA-2B7E-8382-4DDC98232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777A-C6BE-F970-7254-2CA0836BC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052A3-E526-4E4D-A2B5-365647C16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9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536DF-65F0-5763-7D21-85D920F04C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equipment maintenance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F0161-4FC3-6055-A8E1-D0B02E4B0A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59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102-91F5-C95C-76EF-BC3DCF9D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A2A25-0097-E631-10C4-9AB3AEB77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395472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A374-30CC-6DDE-E7A0-28AC709C8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DE885-DF65-6D9E-225B-38D345337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D75F3-7CC3-A12F-5796-38771A382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A71AF-48D0-D056-96C0-3B811AD21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4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C3C0-BE71-8155-13F7-0443201F8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9FFE9-0BAB-7C69-8E8D-2FDA6D7C2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82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8C67-6616-7A4E-BB81-C108C51A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B17B3-8F08-8EA2-15B3-468331EE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10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14EB0-93D7-1BD9-8E13-0D52505B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07FD-751E-6194-1541-332D428F1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6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01715-B733-BAF0-A9E4-9DAF80509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B1963-C022-2714-CCDD-15F1DF853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44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4C90-32A9-442E-6685-8F3352E3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4BB51-3FAD-2D49-C202-3B2886811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84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5710-B5D9-0BF8-41E4-D5AA2B51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69F6-034F-1A0B-00D2-FA5AE222F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810-3927-29A1-F615-9A681DA85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A63C-5ABE-A2FF-7910-A6798C99C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87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58AF-551A-4DE0-DA39-530F39EF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CFC45-4FC2-9C6A-10DD-23DFEFABF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36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4B6A-E66F-0D78-63B1-8F328381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983D-7E8E-D819-44CF-299E73CFE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2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E3634-5E9B-062A-AD27-E778154D1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03909-3A38-EC5E-7B9F-CAEE7FDB6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76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C31B-37D0-B024-E932-9472B31D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C1E2F-8053-58E3-6DAE-6335FB994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73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3A89-6094-0722-AF69-7B1546A97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ABBA1-CC84-4E43-C1F2-A9340688C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586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58D-786B-BEF6-5AE3-D660F1FD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288BB-E445-8C90-F1A9-1D2A143F1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2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8AD5-5BED-F9D9-A4F5-B5C1A1B2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F60BD-D9A9-AC7E-B34A-7B01458E2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30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BCB7-8DC6-EC00-9404-C2E2B3011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9E96F-92D2-AA83-97F4-C9425CA63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73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592-4114-11E0-6722-ED5183F0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EF81-4DB1-7EA6-F7DA-AC839814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01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2A3E-649D-55DE-27EB-B5CBEE2E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4E38F-D1E7-A688-348D-79826DCCF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00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F85DC-EB40-AE2A-FF67-5652C7006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5222-6FEE-F7EB-7B65-DDF07EEED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3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B123-72E5-00B2-A068-91E20F21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0C25-FCE6-FB52-FBAD-068889086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63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07841-0DCD-30BE-BC61-E08364EC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07C2E-84EF-0478-9AB1-F369EB79D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73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</Words>
  <Application>Microsoft Office PowerPoint</Application>
  <PresentationFormat>Widescreen</PresentationFormat>
  <Paragraphs>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equipment maintenance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equipment maintenance</dc:title>
  <dc:creator>Brian Olea</dc:creator>
  <cp:lastModifiedBy>Brian Olea</cp:lastModifiedBy>
  <cp:revision>1</cp:revision>
  <dcterms:created xsi:type="dcterms:W3CDTF">2022-10-25T02:32:18Z</dcterms:created>
  <dcterms:modified xsi:type="dcterms:W3CDTF">2022-10-25T03:35:21Z</dcterms:modified>
</cp:coreProperties>
</file>