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9773-7307-8EB3-BCCC-301728117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9EE29-AA2F-5908-5361-1D9AA4228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EF09F-07B6-A1FA-4EAF-0679BA706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671A-3B03-C28F-2F62-00ECC7C27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117DE-9F44-2A19-FEF4-15CE1BB4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0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DA31-EFE5-18CC-94B2-D01E9D9E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23F49-CCC5-472A-37F2-457983445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E8198-3829-6E8C-68F3-9A63EBB8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40FA6-AF07-8DBD-44D6-8FB10022A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64DAD-0621-7CC7-0B59-6136CE79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9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E333-8B4F-A9AE-373E-CF10D87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B76D6-CD35-72AF-33AF-CDD25A52F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BD9C4-E094-70FB-3477-A5EAF3F8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69267-4CE3-5AD0-6A1A-BF416F4F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0BAA0-6431-BAFD-1996-FAB1018A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1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951C6-890B-D474-FCD9-626CA92FE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91D11-43A7-FDF2-18B6-31E5F0BE7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0E0F3-C107-2FCC-11C9-7A163932A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484EA-01C7-5225-E903-2971A5D64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644E6-2C55-7B5E-33BB-8BC36A0A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C2FA0-6F67-2921-58EA-0109D097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8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ED08-62E4-F390-7F60-F8CAB0CAE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AC908-6322-23D9-9E94-ED88C1280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08C3B-279E-E1EA-F7C4-17EBEA047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9216F-135B-09C5-E09A-BD127B0F4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3B48F-68C5-1553-0A64-CB403E688A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86A33-DB97-63DC-373B-413CF99C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B9F9FC-01FF-89AB-8A32-EFBFF955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03F2E5-937E-90EB-DF10-3F8FE2DD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4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D4E88-AAEF-B83D-C15B-F324C008A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B439E-6FDA-364B-75BB-D4F76A427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3B7E0-3EC3-8345-B010-D039ABEB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62A8E-072F-295E-20A2-F3D18105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1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71835C-0B81-0AA6-E92E-D9CF2A4F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5572C9-6D4C-867A-56D5-B8C89ABA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B8ECE-E321-0604-6C09-DAD18B11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79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F492-F390-598E-C8E0-72D4D40F8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7B22-6C80-86FD-0597-C78B22C63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E2935-9B10-123B-DEC9-4FB0D208C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FD3F1-101F-D07D-F6E3-93FF17B8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3560D-FC00-A5BD-6B8D-6AE5CED53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C3A35-A1BF-AD17-735F-2E332285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73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0B13-DFE6-0589-013E-DC08E852B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F0D855-F078-B73A-2F8C-1E1BBED060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F2719-24A9-04C2-401E-DC59A8441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20E71-E1E1-0FE6-28F0-1BB1004B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3C8B2-58A1-ABDC-80FE-020C7794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7C1A8-A0A3-C3C7-8C01-B0A5E7A9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4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D032-2B18-DEC2-5AED-86C0F61B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B3B15-C170-AA24-121D-21A5DEC6F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3F6B3-6C3A-732F-EB57-5FAEF6E1A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CCF8E-4B4D-A0F8-26C0-59A7D92C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0C136-06F7-8996-BEF8-8A15984F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3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1A99BB-E09F-3925-EF69-D25E5FEC8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3334D-853B-0376-B5F4-7F4817F39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4126A-A670-CD99-BD95-D3C812227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602F6-AE8A-E157-E341-58C3B6C2D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5D1CD-6FC5-C394-071F-FE577EFB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4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B0B856-C700-531A-0480-DF51A5228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B8536-DBF6-470E-41CE-1F9E1C0E9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A97EF-3FE4-0A88-AC50-5AE239207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786A0-CF01-4B85-98C1-FCE2650B146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70B9A-D0B2-A503-25AA-D7D9AE995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D8366-C4B4-A269-31B6-F738CF222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7B222-7071-4CF2-A564-A8986FBF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48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1BFA-2615-015C-07DA-AA2E8DE43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Monitoring and Measuring of Product Realization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6FE36-1C6E-7B8A-BEE0-74AB9AAF6D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614D-D870-4B3F-9A6A-7488547F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8F415-5FCD-54E2-959E-59DEC4E36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08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57DAB-7B45-D2FE-D798-952FCC614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6FA0E-89D9-E64C-7218-DD2F0EE7A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8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71D1-A632-9BD8-1B9E-C45AFCEA3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DE4F8-AE9F-B532-9974-F822A0D5A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19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F08D-C8A2-CB80-1E69-1FA89A99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F1DDF-DE04-00D3-289D-3B46531B8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4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62B8-EF01-392E-F8F8-B277F1569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DE909-EE9B-B50F-143A-1C65E6233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28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BA5F6-B74C-3FB0-9E4B-E452831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DA52F-FF07-9F7B-C099-4FD1D2DB9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24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E31B-703B-F002-9AD6-44350291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4B64D-102D-F3EC-DECF-4EDD1856C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6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23B0E-4C9C-F54D-244D-9A87A0BC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EC4F0-3C39-8247-6B1F-04E7DE9D9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68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F414-2F61-269C-1B06-B3388CCB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0998E-6DC4-CCC7-910F-71ECA3515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16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30BA-BCD1-D8F4-74DA-295062073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F72E4-D819-0BAA-074C-C88EB1E36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03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3A2D-BE57-00BA-0023-5305BA88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8ACEB-7625-9098-B77A-A5228C8CF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32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BBDE-C527-CFAD-B550-457A7B71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ED645-C0F1-2484-6865-CA545A16D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59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EDE6-0AB9-8866-C587-5E2526E89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91500-9D98-715B-2A18-96C0A9103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82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8A27-C435-4F6A-2819-7E9463B1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D399C-8F85-5718-0C83-D2F65B619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85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B09A-AE77-7B87-C8B2-0FC9622EF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16223-3DAA-44C3-D4A6-7B3B531B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39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Monitoring and Measuring of Product Realization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and Measuring of Product Realization</dc:title>
  <dc:creator>Brian Olea</dc:creator>
  <cp:lastModifiedBy>Brian Olea</cp:lastModifiedBy>
  <cp:revision>1</cp:revision>
  <dcterms:created xsi:type="dcterms:W3CDTF">2022-10-25T03:56:03Z</dcterms:created>
  <dcterms:modified xsi:type="dcterms:W3CDTF">2022-10-25T04:05:36Z</dcterms:modified>
</cp:coreProperties>
</file>