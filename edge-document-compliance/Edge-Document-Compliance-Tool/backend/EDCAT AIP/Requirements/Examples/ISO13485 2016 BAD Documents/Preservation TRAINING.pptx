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A4BEF-9924-744D-DEC9-7A52519E26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816A-81F3-F284-5BFB-6D0186A244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DFF99-03FF-C7C0-1DAA-88D7449F2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FD36D-9B3C-43F7-8A42-CB36258B216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E747A-2888-718E-E8B3-7AE47B803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AE357-C217-22A7-6217-4FB31A4B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2539-9282-44F4-8F8A-689B3845A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60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57FF4-8621-AA3A-8A85-0679D5B6F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0C706-3C52-CBF2-2E57-1D00973B9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1AFAA-695D-FAB6-5DE3-6292814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FD36D-9B3C-43F7-8A42-CB36258B216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8FCDB-8CF1-3FAD-729A-04C61B965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06689-D20D-8815-A3D9-424CEAA74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2539-9282-44F4-8F8A-689B3845A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149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E67C4-47E1-74A9-B0CD-3769AC8F3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34A6F4-929E-723F-29BF-8AD938731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88357-40E8-E727-7D64-3011A6440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FD36D-9B3C-43F7-8A42-CB36258B216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CAA8A-7194-6A61-A7E5-D621F10CF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7ADF3-5BFB-3DB4-5D3F-49B6DA547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2539-9282-44F4-8F8A-689B3845A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977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625FB-B9BE-E47F-54ED-3A3D8A190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B6F56-3269-F35F-B746-DBB72516C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0880FA-486E-6370-4761-B3A002475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938BD-EDF0-2768-D76D-5D6F6E629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FD36D-9B3C-43F7-8A42-CB36258B216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DF405-1323-8DC4-8C00-9019F3486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7B0C3-E5AE-4D50-1C60-BC0D42B92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2539-9282-44F4-8F8A-689B3845A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274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56990-AA21-876A-C971-F67C86D04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64AD0-3ECB-56BF-D1B9-FD52B4FD3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E6122E-6894-79FF-8B1C-B9C495FF1D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29F14A-6864-349B-C39B-3FF26942C0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0D7EE6-7912-BA02-D755-DCAE652796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F7FC2D-E363-B411-6C70-EBD1B2647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FD36D-9B3C-43F7-8A42-CB36258B216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F762EF-0CDA-BE2C-3C1F-FE4FC500E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D7B506-2C56-5361-5F80-7164D7124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2539-9282-44F4-8F8A-689B3845A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969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D181E-A395-1B1F-7669-92A01613C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0992A9-E345-0942-AA81-9AF81290B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FD36D-9B3C-43F7-8A42-CB36258B216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1A9598-30E2-D740-A5AD-BCB535A32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BDC8E1-7D19-A418-154E-8EDEB878C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2539-9282-44F4-8F8A-689B3845A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136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4B6E79-659E-5665-F75A-1A4A2DFAA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FD36D-9B3C-43F7-8A42-CB36258B216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2BE237-E09B-47E7-BE98-64AF7B7EE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BAD3B-7EBA-D186-057C-D1C45832C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2539-9282-44F4-8F8A-689B3845A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346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12D83-3067-E557-01B0-7C445EEDA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F85C8-8CE6-E2CD-221C-23530490A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4D3359-C2CB-CBF1-0410-EE1D50527C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A2DA50-8BA4-10C6-B40F-28CDD6983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FD36D-9B3C-43F7-8A42-CB36258B216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94FF8-6C34-2624-078F-3E62D3A89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4ED88-A7C8-91D1-D239-C7CF533B2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2539-9282-44F4-8F8A-689B3845A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49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A6F36-D4FD-2788-80B0-3F1DD1909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EF1B8A-4015-13D2-884A-35C2F698D6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A0D058-4D84-BD93-193A-E6BCB24878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8A81B5-6DEA-9142-32B4-E596F07E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FD36D-9B3C-43F7-8A42-CB36258B216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355E13-6322-2982-6B85-10EF2DB7C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2E1B41-AFE0-6AA1-C16C-ED047EB37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2539-9282-44F4-8F8A-689B3845A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001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1434-1E57-8983-F241-EBFD80C03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7C18DC-FA98-A4E5-5667-53C742468D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A2744-2431-A5A0-DC35-1C3C2EA6D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FD36D-9B3C-43F7-8A42-CB36258B216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20E69-E71B-2344-6EE4-79830868D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E3AFC-96BC-6270-F5B0-4B76A1AA9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2539-9282-44F4-8F8A-689B3845A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724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A7EA86-23ED-A4C4-9B8C-E554EE7041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1A904E-C6ED-7441-FD6C-3D7D7FD6F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E1B68-1563-8D9D-87B0-CD0C56775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FD36D-9B3C-43F7-8A42-CB36258B216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B8A89-D4E3-AAF5-07E2-7DA67F15F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248ED-7E0E-B40F-1948-2B594AEA5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2539-9282-44F4-8F8A-689B3845A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32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CDD947-80E3-8BA7-F8F8-582DDF02B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911D1-669A-F0DC-CF57-25D93DC0A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8D353-A994-DBDE-8748-4A4BE12BFF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CFD36D-9B3C-43F7-8A42-CB36258B216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B7BBC-F67C-49C2-0BD3-A2F24D56FA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DC237-6914-2BC7-C688-43662D1B2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92539-9282-44F4-8F8A-689B3845A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294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0D8AE-3527-BDC2-3417-378E289D41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Preservation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AF3FD6-8B93-01E3-EC3B-88CDA2527D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147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D15C0-9C33-494F-8F32-0FEE24C5A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99EDD-D012-9626-240E-92E14591B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332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E70B8-5854-CCBE-2925-B11524606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9562D-0087-706E-06FD-555909BD2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905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2BEF2-D7D6-D7FA-C974-0AFB2B16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8E8F4-CAE0-1C77-752B-B59ADB850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65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EAB6B-2439-8EC0-16EC-8B3FE37CA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D2640-BFAA-0218-082F-A5E8C672B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14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B8DCE-7FB4-8173-CF7A-7CEDFB43E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A540-7178-3496-256E-5278FF7BC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993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380D-CEC8-414F-4E41-68E36E363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16233-576E-E776-2606-857F40316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630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491DF-CA5D-B2F8-5931-8121C4658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E7E35-1298-3E5C-BA90-097F99E51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691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F5276-8F8D-A446-8B76-55B8A6350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0242A-F60D-BCAA-80BA-3A0F881F9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848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0393-FCDD-04F4-74D0-079D8F992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4B610-F73F-C444-47BE-23CDE1911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88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F911-9ED5-5776-CC4E-D9DE4BDB8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422C4-14C5-C878-82D6-BA214B2DE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99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4680D-564F-FFF7-CD5C-7C25802DB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12F27-233E-3B3E-1E9F-FCEED9100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108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8F819-4CD9-2BB2-C166-138E841DC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5CEDC-2466-F71A-2075-6DAA2F454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312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071FF-7AF8-8BA2-0FAA-E6BC8CD4E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BA13E-A454-4A05-3148-297FEE4BF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99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7A133-EA59-BC0E-BEFD-976CAC585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201BB-F9FD-931A-15D7-CBFAE6E88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580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5DD68-0411-2F37-3B3F-CCE771CDB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CF8E0-0CFB-9581-51A1-88C665990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908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02DBF-9D03-5C92-2C83-F91F15896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B1F88-9D05-F722-3055-62FAB5CE5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297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C759F-5C4B-38CB-FF50-E67ECBDA5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B549A-87D8-0861-D51F-BDC84831F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144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</Words>
  <Application>Microsoft Office PowerPoint</Application>
  <PresentationFormat>Widescreen</PresentationFormat>
  <Paragraphs>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Preservation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Preservation</dc:title>
  <dc:creator>Brian Olea</dc:creator>
  <cp:lastModifiedBy>Brian Olea</cp:lastModifiedBy>
  <cp:revision>1</cp:revision>
  <dcterms:created xsi:type="dcterms:W3CDTF">2022-10-25T03:56:05Z</dcterms:created>
  <dcterms:modified xsi:type="dcterms:W3CDTF">2022-10-25T04:06:03Z</dcterms:modified>
</cp:coreProperties>
</file>