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E940B-1F26-A38C-C1E1-66C7B3E85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98BBD-B007-4244-7ABE-FEFD2110F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42E39-6659-5E2D-3D60-451171E41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7A49-F494-46FA-AAEE-9D38B4444DB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E04F7-21E8-2C35-5DAF-B4E96977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DA43F-BC62-47FA-D934-559A90CC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3E46E-647C-45E2-8ECE-D94CEA79B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59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285CC-14E7-DBCB-1D0D-66440D7C1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26C04-C793-4094-C588-E46AF2BF8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51ADC-D6D4-61DF-862B-101756402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7A49-F494-46FA-AAEE-9D38B4444DB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A211E-7F6C-B9F9-A852-77E985849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1A712-18C5-B3A3-1F26-BC57C43F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3E46E-647C-45E2-8ECE-D94CEA79B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64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4F67-5ABA-FC7C-A644-E4EA51BE8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01D3C-975D-9F73-402E-181A8FBDC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66352-8FD3-7D4C-377D-C83B8368B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7A49-F494-46FA-AAEE-9D38B4444DB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668DF-D247-361E-8DD8-4C537D14B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F46B4-803B-7BEC-ADDA-46B2EE6D5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3E46E-647C-45E2-8ECE-D94CEA79B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6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C6DA3-2346-E7DA-3728-BFA4F3A05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4CBDF-7E20-9B2B-DA89-1270E26438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D0475-FC29-C161-84B9-F19673222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D1521-D2DC-34B8-645E-87A693C71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7A49-F494-46FA-AAEE-9D38B4444DB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6E54E-F3F8-11BB-EAAE-06074E0AE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98E70-B727-4ED7-BAF0-D736DE822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3E46E-647C-45E2-8ECE-D94CEA79B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22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A6ED0-AE15-42E2-C620-145829440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64477-54CD-359D-9881-526A13964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2ED8F-CBD0-93FE-356D-E74E9B4C0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7997A-80C1-A0B2-1D8E-E8207A0945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15BCAA-055A-869F-9F4D-9BB068B95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18219F-CE79-3021-7B13-E66BD5616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7A49-F494-46FA-AAEE-9D38B4444DB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C0308D-CE5B-8FBD-C9F7-75F2FDAB9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D977DA-E7D3-CD9A-A59F-D5D8F1470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3E46E-647C-45E2-8ECE-D94CEA79B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411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170D-DC15-C4D7-9EED-8EE8E41A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6E7BFB-32CA-5693-76D7-8C13406C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7A49-F494-46FA-AAEE-9D38B4444DB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3ED2F-2D53-3816-A99B-99F9D7F8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01667E-A3A5-F60B-D0AF-8576872FD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3E46E-647C-45E2-8ECE-D94CEA79B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58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D0D999-6C53-866A-C921-8BF1A8686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7A49-F494-46FA-AAEE-9D38B4444DB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D73567-9F92-009A-D92B-843F89C0A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29B1D-BFC4-4B51-53A6-C41743938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3E46E-647C-45E2-8ECE-D94CEA79B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72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5DD2D-4F69-FAD8-1EE5-2B0D531F0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472F7-E8E4-6F08-CFD1-FE05E6D76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871337-9A47-2540-C126-7CD9CB0EA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009D5-0120-BAEF-B830-0428D04B7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7A49-F494-46FA-AAEE-9D38B4444DB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D6C1B-EAE9-373B-119D-A87D6DEA4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E94A8-EEB1-DDB8-753E-2517C9E3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3E46E-647C-45E2-8ECE-D94CEA79B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5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6D6F7-E9C0-F899-0F34-DF48A2CC5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BCD83D-F8FE-B59A-AC45-F4B04F653F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C5DF4E-49BA-8A96-9CA2-4C599FBE3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CBBCF-97C2-D72B-E3EC-77992179D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7A49-F494-46FA-AAEE-9D38B4444DB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F9275-4A52-670E-5736-A79AA9E4A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35B80-C7B5-C10B-E236-FE2171FF6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3E46E-647C-45E2-8ECE-D94CEA79B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35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B59F6-B105-230A-2257-40331C869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C1E73-21DF-15BD-A5D4-80966D4FD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44AAE-F2E3-448C-715B-C2BB37F46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7A49-F494-46FA-AAEE-9D38B4444DB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EF84D-7868-17BB-8C7F-2B98E6B06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C5D0A-1031-C718-6803-EEC778653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3E46E-647C-45E2-8ECE-D94CEA79B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061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AE7A62-1150-4602-D019-3258B0F353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9E46C-32C0-67E8-861A-3B26D80F0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29B74-714F-6D50-23F0-0128E1927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7A49-F494-46FA-AAEE-9D38B4444DB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48587-933F-5C84-FE79-6902AE690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B7945-CC0F-DF4D-DE03-44A295C08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3E46E-647C-45E2-8ECE-D94CEA79B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0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E7D452-2063-8015-CC45-3D8FE30CA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8C75B-A1A2-8066-028A-81C432118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E57D9-42D8-4F3F-B4DC-0F3990BCD3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A7A49-F494-46FA-AAEE-9D38B4444DB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227D4-36A4-05EE-5495-0F9BBE9686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C39F0-283E-F3F9-798B-FCDD18CB44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3E46E-647C-45E2-8ECE-D94CEA79B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92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4F2B0-9F6A-BE48-982D-96D6A1C8EE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Control Of Production And Service Provision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9F7261-EBDE-7D0F-C7C9-043CCB11C0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342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66739-C6C2-6CD6-6347-B31CE1BD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66D2B-90CA-00FB-F44A-FEE726E78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10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060D5-29AA-D188-BA73-C4020FBBF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3D48E-96A9-239E-3244-926BF0BF5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214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D4F2D-411E-86EF-1ADE-C3124A06D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9AC50-E057-986B-E0AD-D0978865A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09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EC0BF-0D98-03FB-D498-42114161A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7C2F6-1294-DB72-D603-D23DA7B10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95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F5949-1303-8190-FE26-05BB6EF2C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67E2D-A40D-0916-5B0F-EAB4FBC84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4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F0E22-885B-B71B-03B9-AFAC1D516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CFA08-A36E-9108-E556-06661B0A8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71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56236-8157-E2F2-DA02-495001D03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15AB5-66FF-1D23-EB20-F9A1CDFB2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967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A887-0555-3AD8-9120-C6F509C19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905EB-099E-BEC8-F643-EC28E25B4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32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CF5A3-5DD0-1DAD-AEA7-C495644A0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39B3B-9444-8B6F-B5EA-BF5E5AD78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9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9D4B2-C813-63BF-4B18-13F29785D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80104-4B96-F459-98A7-33E70DF33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267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6B6C-7937-3551-C254-1F0386B36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BFE90-7A86-0E5F-2FCA-2634F919A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10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01CE-7F81-DCC1-80C4-A80B75CB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7D9C5-5CDD-9FB1-E58F-148A43202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47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7ABAC-DF72-BD58-66B4-CB5A49A0C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9D708-199D-17B4-0DCD-BC3D5ADC3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67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2B050-BE9A-F84E-382F-5E6CD3B0C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EFF03-12A6-A4DC-EF2C-BBC506C1C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37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</Words>
  <Application>Microsoft Office PowerPoint</Application>
  <PresentationFormat>Widescreen</PresentationFormat>
  <Paragraphs>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Control Of Production And Service Provision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Of Production And Service Provision</dc:title>
  <dc:creator>Brian Olea</dc:creator>
  <cp:lastModifiedBy>Brian Olea</cp:lastModifiedBy>
  <cp:revision>1</cp:revision>
  <dcterms:created xsi:type="dcterms:W3CDTF">2022-10-25T03:56:09Z</dcterms:created>
  <dcterms:modified xsi:type="dcterms:W3CDTF">2022-10-25T04:07:53Z</dcterms:modified>
</cp:coreProperties>
</file>