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7602-4291-2BB1-F510-7884590E2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21492-1840-8EA9-1DF3-25C95A8E2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8A9A-00C0-3365-1AE5-8E5647A0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6AF04-F8DD-68CE-BC27-8145FFFC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CE123-8DCE-BFD7-5D17-39961EF9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B7E56-9B9D-C0D0-FFF0-8C693199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015C-E6CA-2A7B-9F35-24E505137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2E57A-CBD8-0C5D-852A-0452C6C7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0C64-D467-F6F0-1EE2-2924D1E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FB8F5-D648-625F-C537-0A745A22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A5E6-48FB-D23A-53D6-E8BB30B90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7B99C-08C2-58EE-66DD-C4CAE290F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95981-BEF9-8B6F-9A85-1CD88424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2380A-59C7-CFA5-CF3B-B61D1474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39E3-BDF4-5A39-61E4-ADF8E393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0174-E8E2-3366-41A7-D69238E6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3E0F-EAAE-BEE5-09D5-6A9D406C2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E5E66-A7E6-2F3E-85AC-A843F6B1D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F7130-57B0-C9FB-104E-CD4662507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51D09-59C0-DCF5-2BDB-86202225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025C4-6FD5-E620-7C82-01A64F27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2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3313-21DB-4A19-FD3E-2F48E141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936A9-CAA2-371C-35F6-2AC30454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541C4-9C16-4F67-4FBE-EDFB172D5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A00CE-9C38-5F15-37D7-B7038B29F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8E78C-ECD6-9694-A0BC-E8A2A65E5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56737-272D-C04D-88EC-A219AA07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B03EF-B99D-9353-E030-D1B430FD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4A13F-B0EB-E736-EFC9-A505C04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5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50C0-B3C7-AEF2-8922-47E48AF9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7E46A-E25E-D9C1-C119-198C4FFD5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91224-6D32-2E7F-F187-F255D438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F82B7-A067-03BB-E788-B44B23DD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44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E42E3-0DF2-C932-158A-AE0C1D45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B052A-B32A-A31C-60A3-76158217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DE234-D8CA-DE4E-5622-D0F70761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8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8706-E5AB-58BB-CBE7-E860D74AB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F9BEA-6D63-691A-906C-72729925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49EE1-4954-CE6B-85F3-4D0B354BC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A4F6F-BEF8-3413-B619-98CE29C8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7DE3-8B24-B4D7-67E6-08A9AB56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6E4E4-BF1A-0FAA-3E05-87757347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8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AAD8-8F24-7BE3-B509-50431181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73C47-72B9-65B0-9C94-B76F68581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19AF9-E375-0FA6-522C-C8F9A7FD3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C842F-61D8-138A-B058-39647D6A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AC4DE-43DA-C9C1-2E8C-DFAA229C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7661-D787-6700-8030-43E84C75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1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E57D-6FEC-92CF-AF5E-1641B3FB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7E959-B0E0-068F-CA76-374D40523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82CC-DC19-8B2E-3E1E-0D39939E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7D059-7BE4-09EC-D520-AF45658C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7111B-56AA-8538-91B2-E313ECA3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8C9EB-2EDA-1875-5FFB-1257128A9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FE4DB-46F2-E3B2-F81F-24F309FF2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A343B-18C3-F675-9BA2-91672C79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52601-B2F5-AEEF-A548-CEF3F6CD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762F9-1FCC-9DCF-9E0D-40480329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5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BDB30C-306E-1262-821A-CD95AC5C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71534-4F24-D132-FEEE-954DF7D32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DFFFC-24C8-938E-3EE7-DD7C9E9B7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935B-A066-4DDE-BB20-E1E700D69D6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AF779-A22F-A207-7CB2-602F50924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B617E-68FA-12A1-81CA-56CF2E016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8A00D-404C-4FD9-A3A7-F4662AD4D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2B1A-0FF0-B10D-BE28-7F5E32051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Service - Contract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3FABC-A3FA-B7DB-5759-8173947FA4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7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1189-5FC5-88F7-161A-48C03287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9598-85CF-5985-0D6E-9B22618A4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1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9AD9-1F90-1426-C58B-74C132E5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16FE5-ADBF-09E9-7E10-3D0EBD79C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71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1C1E-8308-686F-A615-AD9DC1F8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0687E-9EB1-FFFC-3319-D467427A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0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BB6F-9FCC-DED1-AF5A-F86C9065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98FB-6821-AD34-C0BD-FE3A2180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80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A2C8-A4FE-5613-5A4D-2E3086FA1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9B5D-EAAA-9B8A-00C5-D5E4E91EE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6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3ED2-CEA4-42FF-4BEF-BD1CD9BD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8B9A-B842-3645-32ED-1F0273F5A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1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65F3A-EFFA-E70B-5917-0DE182A6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683D-5CC9-2E43-4BCB-F83F7728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1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6990-2283-85FB-10BA-B05BEEE8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9530A-915F-AAB4-24A7-D49CA76D3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8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230C-993A-EDB1-97FE-47E07335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BEA7-F3F4-425F-0A22-607D3FC4B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98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6317-2507-5097-25A6-8D12399B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F2CB-DDDE-DEB3-E46D-F6D313A93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5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E807-5EC1-145A-3848-FCEC5A9B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9FD5-1A61-DA6B-026E-B3F5D02C2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2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690B-D972-ED77-ED08-8906AC4F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99FCA-6448-F76A-70DB-66CDE29E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5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8182-2D14-71FC-ECA7-E90B89DF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F25C-2D40-51B9-5A58-0429862D4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76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BA61-C4F8-9D06-655B-C438C893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7894-8BDD-4A34-8BCE-6D80784AA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42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731D-797F-D18F-4C49-FC6BD0AC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063F-01E1-E316-B726-5D787AD51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8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Customer Service - Contract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Service - Contract Review</dc:title>
  <dc:creator>Brian Olea</dc:creator>
  <cp:lastModifiedBy>Brian Olea</cp:lastModifiedBy>
  <cp:revision>1</cp:revision>
  <dcterms:created xsi:type="dcterms:W3CDTF">2022-10-25T03:56:15Z</dcterms:created>
  <dcterms:modified xsi:type="dcterms:W3CDTF">2022-10-25T04:08:49Z</dcterms:modified>
</cp:coreProperties>
</file>