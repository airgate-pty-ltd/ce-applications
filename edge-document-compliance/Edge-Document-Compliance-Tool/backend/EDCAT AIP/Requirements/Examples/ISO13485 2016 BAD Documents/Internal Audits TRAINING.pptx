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76" d="100"/>
          <a:sy n="76" d="100"/>
        </p:scale>
        <p:origin x="72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4549B-4618-1EF1-4473-43E58E2422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310B7D-BBF6-C7A9-F893-9C241CD9A4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2BE3E7-B9D1-6995-4CAD-C167A4ACE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C78BB-5CFA-4102-B30A-AE37DB6A1547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852AA1-5820-E777-C4F2-98BF037FE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EA77D4-9F1B-0125-4615-249F2EF8B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30937-AED3-441F-AD8B-7F1F6746B6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8779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A69B6-A238-D99B-C959-E9164369A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EE97CC-92BD-1487-E4B8-38B8C924F8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87668F-9E34-E7C8-3BAC-095A6971E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C78BB-5CFA-4102-B30A-AE37DB6A1547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E8E571-D1D3-0FC0-23EC-7298DA99C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C1069A-1DF2-E7FC-555B-723144A89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30937-AED3-441F-AD8B-7F1F6746B6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112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B22CF-10C7-DE9B-5E1C-3D61F3543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3364A2-6723-F07E-33CB-4D2EACA190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BC8A98-3AFE-121C-1C02-61CE592BA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C78BB-5CFA-4102-B30A-AE37DB6A1547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78D631-6825-4A0F-442C-7329145F0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70C1C5-1BB6-D9A8-3746-06D498238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30937-AED3-441F-AD8B-7F1F6746B6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9531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528EF-3C4B-B3D8-3505-6838F3E05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BC5FCF-9B71-14B8-BEEB-5CC51489E2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7A512D-BBB4-8FB2-826F-58E3B3B934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0ECD8-9125-689A-3C0C-A568CE78B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C78BB-5CFA-4102-B30A-AE37DB6A1547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1CAE82-26AD-EFDE-E0A7-EEDAE910A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EC738A-BE8A-4A28-7A27-621BE6CBC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30937-AED3-441F-AD8B-7F1F6746B6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5222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85C5F-927C-A8F9-F034-B31D97FA2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4C7F5D-A254-9227-869E-2BA2FB696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F94756-E419-7ACD-9F0E-ADD2AB6E30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E9B891-2B45-C370-0074-2653C1B753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8B03C5A-B6BA-B6C1-4090-B4C8559391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62D6DD-D3D7-9976-E2CB-D4A980ACA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C78BB-5CFA-4102-B30A-AE37DB6A1547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7476BC-7C65-FE49-AC45-B109EB3FA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3DD971-4EF0-8E12-8CA4-4F92B7BDF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30937-AED3-441F-AD8B-7F1F6746B6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921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9D872-0C45-899D-AA8D-AD1EA9B5B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3666F4-C8ED-02FC-1004-0E707BCF5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C78BB-5CFA-4102-B30A-AE37DB6A1547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3269E8-74B3-85C3-526B-614A8FACB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4766AF-796B-BD8C-1F14-E8D88395A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30937-AED3-441F-AD8B-7F1F6746B6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7600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464B73-F5A2-EDC6-FB83-2CCEF9767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C78BB-5CFA-4102-B30A-AE37DB6A1547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988D36-C64F-7D90-5CCB-9F09C27FF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AEB3B5-6E63-B059-FAD0-67C68AED9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30937-AED3-441F-AD8B-7F1F6746B6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3721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0E08E-ECE9-FDC4-C157-E45D35A70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C8A0F7-D661-164C-B800-A16106496C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60E54A-BEE1-6C1E-980A-4E239E6C57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0271B4-CF2D-66D1-7A19-4B6C3DCC2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C78BB-5CFA-4102-B30A-AE37DB6A1547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8D58A0-DA9C-21B7-4D8D-036FD4459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1A8D61-9D69-7ADA-9B3F-DDF7CAECC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30937-AED3-441F-AD8B-7F1F6746B6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1525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6A436-1B0B-E3C1-8436-16557CDDD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9797BF-89BC-BCCE-0AC7-96161002E2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2E0912-8F98-D6E1-0B0C-54829DEE11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7BECA5-E33D-3B31-DD3A-CB51F0764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C78BB-5CFA-4102-B30A-AE37DB6A1547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588B2B-B1FC-71EE-2A22-12A598AC1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70B051-AF5A-3966-3B82-692372F85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30937-AED3-441F-AD8B-7F1F6746B6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675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9C5A6-B6C2-91E6-8E54-BFC478217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BC1DCD-2EE8-6FBC-CF2E-A7316FA091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7F91E4-C445-F386-967A-22DE29521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C78BB-5CFA-4102-B30A-AE37DB6A1547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F9F3FE-AB31-13A8-92F5-DD6E12D13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731E54-DA42-EAE8-1CD4-767D0E045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30937-AED3-441F-AD8B-7F1F6746B6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663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B49E353-FAB4-69CD-0A06-4AF27BDD01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C2731D-E97F-855E-8D3D-5D57503E2D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41292A-9E16-A93C-D1CB-CF0FC4D5B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C78BB-5CFA-4102-B30A-AE37DB6A1547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7FFC6A-C24E-11E6-B439-86AA9CB2E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A766F-0AF5-BD12-CD97-EAE058BBF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30937-AED3-441F-AD8B-7F1F6746B6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7683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5A35859-12D3-C14E-E176-4829237C8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BA5B38-7A7F-160E-4424-68962A1843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6BAA52-8CA4-7619-6651-5E00880B69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4C78BB-5CFA-4102-B30A-AE37DB6A1547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58E724-844D-F53C-446A-810174E22A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D5DF44-0502-E4E4-6ACD-4783A55735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C30937-AED3-441F-AD8B-7F1F6746B6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3596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5E093-9536-6EB5-4D63-5FDEF252ED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Internal Audits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052005-93C0-2FF0-5DA3-ED024496C9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3720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BF70F-A2D6-7205-99A6-CD15402ED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E39866-C73E-726B-8597-EEF13345BD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007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C4CBF-2FDF-5B9E-66C3-0E19EB588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82F0E1-4734-FE53-5948-B98D31EB00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2194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D559C-F204-9586-143B-6F85B6BF2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07D4FD-775C-F092-069D-EC883E100C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9267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CC918-578B-6B7C-B251-30E01E498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D4D0D6-6710-0995-681D-B305FCB31D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4873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22FD3-E33E-2A97-C52C-023C0F7AD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B63AA7-90EF-3F96-42AA-56C11BD27A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3219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86A9F-7C5B-984E-1913-3C0C6B076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364219-86BD-1F57-7D79-84730E9F50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2834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5C086-222D-5789-808F-C8E1840D9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416309-AC69-9F2E-7BE8-6BB56F9DEE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6048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A9B35-468F-397C-9FEC-71522608A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5D8546-6755-005F-D9F5-72B309B7AA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3699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8E01A-7772-ED53-99BA-D40CF7112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B30701-D11F-4133-355F-DC17D75248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6093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CDB5E-6F51-C502-3902-73658EDA8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19DEA8-89F0-4CDC-A763-62ACB22615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7561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62776-F4BB-A2CF-6758-464B316C1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133DDE-6340-1541-F373-8EE61FAE23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5498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FD2A3-7D06-C4A4-200E-62E19D0C8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7CFABB-85B0-CEA8-ECA9-6FBED8FBD7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6211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60BD2-4593-8C03-3A5F-D70419F52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424191-4F4A-C111-5102-7B4688E592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2334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7CF0D-1B30-B849-CBFE-CDFA208CF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D60736-7498-0D9A-7F5D-EF5914731C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544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BAA24-711F-3494-76BD-8BB24ECA9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F2A20F-2A11-ADAA-F734-112E973563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840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</Words>
  <Application>Microsoft Office PowerPoint</Application>
  <PresentationFormat>Widescreen</PresentationFormat>
  <Paragraphs>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Internal Audits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Internal Audits</dc:title>
  <dc:creator>Brian Olea</dc:creator>
  <cp:lastModifiedBy>Brian Olea</cp:lastModifiedBy>
  <cp:revision>1</cp:revision>
  <dcterms:created xsi:type="dcterms:W3CDTF">2022-10-25T04:10:44Z</dcterms:created>
  <dcterms:modified xsi:type="dcterms:W3CDTF">2022-10-25T04:14:08Z</dcterms:modified>
</cp:coreProperties>
</file>