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535E-50FB-FB2F-5744-E9E6C1C1F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9BDDB-B23B-5EAD-D7CA-4ACA6E5DA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FA940-249D-00B8-3A7B-5F0B8AEF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47EB-D6FA-B6F5-3EC0-36E6FFB6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6535-4CBC-B1C4-F5CD-433B228B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3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81FA-2C24-3F93-23E6-4E9A85AA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DF5BB-7E66-179F-A098-08E3D4A6B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56E9-8FC3-7CEE-2844-08E0C786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3723-617E-011C-512B-781A360E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C231E-038A-560B-DA4F-1A269344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7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6602-F0E2-F6E0-4EBC-6C3AECA67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31177-E6B6-AD6A-CF1C-6B3A76043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DFC2-C75E-2857-894C-6BD87E72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DF14E-618B-66BC-B853-D74B12DD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0612-900B-99B4-2A2B-ECF1C719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6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7219-69C5-21D5-37C1-74874B51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75118-7FE1-43AF-E3E9-F4B66CAAB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13DA4-5273-D4BD-198B-627CCD887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E6BF6-D52F-C841-E98D-49313BC1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6C1D6-5AAD-D9E3-34B0-E9FD6A22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B4556-1518-CDD1-1EBB-748313C3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4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A197-E7EE-AB2C-0CCA-FDF82184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7DE72-5571-567B-D68B-AD3B4B8C0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458AE-9D0A-8C07-B56A-93C0B3CB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03DCC-41C8-EFF6-CC82-2B738959F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C6B14-9E6F-2C31-DD9F-1D1486BF8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48AD4-0699-5D01-D28B-AFE7717D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14E30-2595-7B33-46AA-6819679B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2287E-5EBF-04DC-C612-2CBFB582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8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86A8-0171-04D4-9385-08C8E9C5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74701-36FE-670B-A23D-29454959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B4A5E-9385-83DB-3406-910605E4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D974E-B469-4600-1E42-DD29A862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5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8D1BB-A245-035A-3DED-CB7421A9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509DF-3E29-9269-79B6-1A7778FA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630A0-3175-FDF3-2602-377BDD21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4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873A-39DE-EF92-5AA0-ACF13C98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A362-D750-A5EB-C700-1DA712685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5DC63-22B5-65A9-090E-6859C837B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4711F-D61B-5A3E-7D02-5A3219E9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E08B4-9DFF-1267-5FB5-535B139B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23DC0-BE08-68B5-DB89-6299BF4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9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1282-77C4-B560-EB30-71A7E301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B04E3-A6E4-E9DC-099A-2BB4375FA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34CD4-BB72-0006-B8B7-03B96FD3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2CFF2-65CD-17FA-8605-D705B8942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6E6CE-E818-FF52-071A-1F37B941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E4655-3F71-5048-4F6F-35B842E3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2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3488-E31D-AF2E-FF3D-FEC48B1C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34883-D7EF-E719-F5B8-09A0276B4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973F8-3876-D452-590E-AA5951A6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22A45-7094-A377-71C3-D9BD056B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2BE3-2A79-7319-0B17-6EC09E74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A5A2F-685A-A521-8AB8-C6FCA3955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07DC6-120A-45A2-3F59-46D654D00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40A8-65FF-A105-F32E-217A5E2E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2A3F-4F33-3F58-3E97-33200F07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8EE83-BFF2-9D6C-FAC6-855A2DFC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6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6A2D4-9AED-DCF4-632B-BD9F36F3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4A21E-F200-F237-FE7C-9F2A36FC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92BBD-7421-F9E6-877D-999417595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883C9-E889-43DC-947A-8767D6ABA9A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C2C6-273C-224A-DA03-AE6A35321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E3C8-D1D0-18F5-6C96-06078DCC4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A2DF9-A569-459A-A0AA-CCD0102DC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3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A26C-E0F9-3203-9294-7BC4D5412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Measurement, Analysis and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5B148-8F3A-83EF-AE26-3B59514AB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28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51A6-619D-7D13-3FA7-25051B7A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3B1F-BDA6-9C3D-4CA3-654EA7EF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CF17-8B56-FEAF-3746-1F6EE2B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68BF8-442D-8576-AFF5-499E3C281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74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7600-BB21-046B-1A4A-7F0357F8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7551C-DE18-34BC-37F4-AA915D13A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9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F6F4-DAD7-E24B-230C-6B31454A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FEB1-DF2E-B1CF-0ADD-E74AE3DC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0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2154-0B6A-3834-B244-A27260BE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FA418-23AA-2058-B14E-95D54384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2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C975-66F2-8F4E-AE00-594D4737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CAE3-30DE-B49F-AA25-D0A2FD3C5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0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D819-8C4A-3834-E56C-E5FCC189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BD73-560E-1B39-D326-B134FE76D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4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7BFE-C56B-D555-082A-D598FC1B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3196-9F40-FD73-CE0A-636688621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6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DE9A-4A9C-C222-D1EA-C73E019A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52D2-EDD8-2D87-E3B5-6C844636A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5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3CC0-CAEA-FE9F-0197-29B4BB72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C284-A86B-05AC-A394-AAE0E742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DC0E-7EF0-C936-8681-6FC1AAE4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E10C-D341-4058-5755-482023C0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9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3A72-C72D-2239-6950-292D8F15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C4A81-08C8-D61B-334C-5A3E10FF0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1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72D8-DC81-5FA1-1502-D4F1E9DC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D116-61B6-0290-AE8A-5587B99A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1E88-9BA0-82A6-C6E5-CA324324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C6D2-5472-3398-8314-9CEE24456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3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FF8F-E86A-3363-5D4C-806378F8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3B31-F11B-7444-2C7E-51CFD3B62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BCD7-FF19-1175-7E71-B17F2858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BA55-E14E-25D0-9CDE-446552127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0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8E18-75D4-BAAC-4B53-EA984385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7275-6B91-FA47-ADDA-A74B8DCE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9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Measurement, Analysis and Improvement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Measurement, Analysis and Improvement</dc:title>
  <dc:creator>Brian Olea</dc:creator>
  <cp:lastModifiedBy>Brian Olea</cp:lastModifiedBy>
  <cp:revision>1</cp:revision>
  <dcterms:created xsi:type="dcterms:W3CDTF">2022-10-25T03:55:56Z</dcterms:created>
  <dcterms:modified xsi:type="dcterms:W3CDTF">2022-10-25T04:14:51Z</dcterms:modified>
</cp:coreProperties>
</file>