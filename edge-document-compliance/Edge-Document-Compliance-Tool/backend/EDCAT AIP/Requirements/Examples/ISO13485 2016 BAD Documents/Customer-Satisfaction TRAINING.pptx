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BFA2-4CDC-76E8-5917-21FF34C00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7C0E6-1C96-17B4-C02C-421181C30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7468B-9B9A-311C-C01E-1F168F007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AF145-A0B5-3E75-3CC7-93B4CCF48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0A9B5-DB21-D629-6ABA-455A900E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08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9C55-7758-4A9A-1444-41DA595E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D215C-6690-4E3E-59D8-8E0D8CF91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29F09-3AFD-8828-CEBB-046E3ACB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4BD77-DEBB-B6CE-A86D-24007849A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C5F99-F7C5-9E42-3B59-678451A3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2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809A-5D94-D346-687C-70D58231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47FF5-7514-88D9-A489-EC292011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970BE-DD8D-FB21-6E67-5FABD3AE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64240-0B2C-781F-9B31-F9A80BC7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6B6AB-344F-132C-910B-F666106A1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1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4FE74-AD85-3590-95F0-67027BDAB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342F8-F57F-9DF4-00C5-D5767C21A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7B2A1-BD35-6AF1-9443-F80144904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00274-8E3D-5A21-76B0-51206E565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AAF37-5663-2292-8963-521291F40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5B9A9-ABBE-1D27-72CD-0F005E34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666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85878-6D92-F301-3B02-35BCF9839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B1A07-6954-F843-00DF-8AE35DC85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AA208-D92A-721D-0F4E-ADA0EE04C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135100-2650-8DD5-A99E-E0DEE736F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2E1522-A11E-C723-70F5-0CC0F2FB8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DE09C-A823-A628-1673-E19A1D132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0445E5-85C7-6329-2A01-B22831756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7EA1E0-1E8B-F725-9AB3-A3085BCF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0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70F8-FED7-DA1A-A232-15FBC33F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E9964-4E6C-EC58-F318-B89EA567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4BB7B0-75FB-7E43-2506-83BD60F78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BF618-8A83-AC8D-D2B6-03164EE8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36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52171-7253-403B-49B1-CD609AB3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35043-8F56-A998-A55F-51F5EB8EE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81428-2489-D3F8-C94C-FC61F4B9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3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E11C-7811-3EFE-403E-7EB33A43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95853-BE25-C3D8-E253-FF7315000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CCF6F-0C00-A48E-B2F2-985256430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C0766-9EF1-423A-51D9-31E704DA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B0DBC4-EDFB-8D37-91DF-D49FDDD3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758B4-14A5-F96F-E1CD-902680A36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0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5F15-F5C3-0271-819A-20B3DE347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EA0672-E002-9C84-6454-2216F802C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46F75-CF81-FD89-F9A3-4BE8F7DF5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44BA2-5CAE-3ADF-92AB-F0C6397C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C4DD5-B899-709C-CFBB-5D3923840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A630D-1AC7-7B1B-82B4-FB6C2C4B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7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8FFF4-DA55-0121-404E-98147688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0EA17-42A8-2ED6-B814-C058FF5EA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80D95-030E-B77C-F219-A4ABB26D0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9BBC6-7725-19F9-8C22-D73AA899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C52CE-14A9-AD7E-6726-CC8DEB08D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858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00C9E-DAF2-F9DD-E355-4B59ED66D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6C250-D765-706F-7CCB-09DF694D2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5A5F2-50F7-2EF0-8FE9-CC6D44DD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0698D-C595-F536-D964-0764F9B83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4011-89A4-962F-3A51-24AE7938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8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D75486-E81E-9179-7BCC-AE98439F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EF41F-58EC-D5A9-7A8E-6B76D4277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DF934-EF70-A5EC-D388-6CD5E534C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1E1E6-C900-4F8F-B87F-02ADA59886D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646CD-E316-7B14-1CD8-258E78FBD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A5CD1-D0F3-1B7F-09AD-9C5FB8B5E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FC5C7-E36C-4593-BDB4-0DB9A63A0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0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7DD2B-5C89-119A-ECD1-26321348F4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Customer-Satisfaction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814F3-1363-B653-00BD-D380BCD475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10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CA6A-C946-2D5A-D5C0-560904C51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05626-6FA3-CD36-7F6B-08DE7E882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25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E954-A8AA-16D6-7AD7-C474E9D2F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0C42E-1454-79A2-E7A9-176650389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67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6139-890B-5436-89B4-9099A236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67E9C-3485-1DEC-CCC3-F68512851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59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206F-E70C-1A5E-ECEF-E197D3CA7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686E2-18F8-68A3-9A43-7CF89AF2D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5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796C3-38B6-1C53-AF72-E94BCB72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9DFE5-3456-BFB6-38E6-A8942449B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95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4BCFB-D621-A79B-C2DD-1D2C69AA2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B594E-C185-656B-991E-B459ECAC3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85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74DD-B7B0-7829-D927-DD344E731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056CB-87D1-03B7-5C22-3D40664ED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70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A4DA2-FD3A-D8D0-8819-50A85489F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E7BE3-6F86-1FD1-2D7A-BDB0E672A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2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5D7D-5C92-0652-4A6B-3E24C4FE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A9D82-B102-80D2-1B0A-657855D2A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39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85D33-A45C-7E0E-12F1-FD2DC889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112B3-CF21-97F0-E8F3-071B882F6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25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775F-034E-7A35-2563-BD0CA68B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1DFC1-C0F2-6126-8FB3-49027BFC6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6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02FF-B927-7F18-22C6-6647B482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35188-8AB3-E1D9-F9E0-C877DA094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46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C251-4F37-31BD-9512-142DCD00A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6245-59A1-3650-5209-E769383CF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41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A43D9-5DC3-D4D3-3737-5EA37ACDB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72EFE-B611-5CD0-8D28-29E9C7000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91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F13CA-2202-3F16-A5F4-0B809EE2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0D011-5406-FC9C-4967-6E9780C0E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91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41C8-F79D-F055-DF8E-FA0DE23B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3F9D-005A-D908-8064-9598F69E3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39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A13D-3F24-3922-81D6-74D4CE61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2EBA0-3AEA-D2B5-41BD-DAE9CAF2D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16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Customer-Satisfaction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Customer-Satisfaction</dc:title>
  <dc:creator>Brian Olea</dc:creator>
  <cp:lastModifiedBy>Brian Olea</cp:lastModifiedBy>
  <cp:revision>1</cp:revision>
  <dcterms:created xsi:type="dcterms:W3CDTF">2022-10-25T04:10:47Z</dcterms:created>
  <dcterms:modified xsi:type="dcterms:W3CDTF">2022-10-25T04:14:36Z</dcterms:modified>
</cp:coreProperties>
</file>