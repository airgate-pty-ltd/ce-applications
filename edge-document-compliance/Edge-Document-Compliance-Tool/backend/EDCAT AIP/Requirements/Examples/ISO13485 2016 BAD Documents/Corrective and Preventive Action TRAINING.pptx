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36A4-9C70-A6EA-7070-6D182793D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B25B7-DFE3-6592-5F8F-A7D704048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A40D3-76E2-C826-3C30-69D777C8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44B2-92D3-CC26-B025-EABCF4EEF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FC0A-FBEB-9FBB-A8E9-AC9F3E24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83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2A19-F8CB-B5F7-AC13-A23598026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EA841-FBB8-13C4-88CF-6D8974A71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EB05C-5ECC-3C21-C630-FEBC0A5CC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6700-8D4B-C769-BE2F-3F502EF9E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81C59-F9B6-466B-B235-E3C7EFE48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52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BDA1-A83C-92DB-C461-4DAF095B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817CC-CF71-1C50-646A-D3D83179E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55277-CF4F-A794-EEE8-DAAE024B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CE53-B48D-B79C-8774-94F6D43F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462A9-2051-DCB8-E074-A5453C1E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C66CD-C42C-8F62-BACB-F5A2E9B61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282D-98A1-4FA4-BB25-B6D20D0DF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B8D3F-5BF9-4DD4-AD6F-26B92C710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D807E-9416-8A60-8D17-A4EEB097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787BD-700C-F267-9291-C1048C9D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4677D-0EB6-17FB-CB3A-EA239113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435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EB4B2-5EAD-0C96-640C-4381267DB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E35F2-1DF8-03DE-1E9F-E8E7A6C67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BF849-87DC-C7A1-53BF-1186F31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E8E2B0-F4FE-3F59-4AB5-0BF885FD5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B0134-BBBD-D52B-FC14-D1A6E371E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1C8987-F703-2600-604D-31F2095EB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51419-15B8-1FAA-EECE-4DFDEDB7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453E9-84F5-6577-4420-3CCEAA49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1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51D4-933F-EDD1-D64D-51CD73C02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C606F-6700-62D3-69CE-EBF06B31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11B9C-F36B-DE2D-B578-55B461390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C0CE6-9C31-EDDA-D023-E4EA294A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89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719CF-2ADF-C5FB-D796-03CA1126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5C314E-C9DA-3C61-A2AC-33D45F466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D07A7-2F87-E92A-2A1C-8AB4E82D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7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ECBA-86F6-07A8-76B1-9A922ED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F760A-2A94-CAA8-87DF-15F0A6762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8D6D1-F89D-7954-9FD4-B326F14B09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E19DE-0722-A133-87C8-B38E7472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ABDD9-836B-5825-6B70-923D02A2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97414-49C5-33D3-E504-23AD748ED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45AC-ECF0-F8B6-0C8C-3803B186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769A7-2ABE-40EB-7160-4D596C8164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AAA371-248C-C2B3-F9A9-CF58A5E830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270F4-8855-BABE-852D-BAA9FDAE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8AD8-0A9A-0C92-DCB6-3021ABD4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68430-A39B-C409-3813-FE67B964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20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67CA-07E6-14DF-BA67-B27C9E89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C5469-DC23-83DC-F587-784CA9500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FEED4-63E3-82DB-C945-3CBCDE6B1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BD9F8-FE02-3C75-FA4C-AC655E45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C8E1F-3727-490C-DAE6-F680113B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36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F0E30-0129-27EE-E1F3-D4BC5FB58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6F0B8-2513-4C32-539B-577BE8B1D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BFB4-DF7D-CDBC-979D-7B89AA63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69487-C82B-D6C0-9F7F-AFC22911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3C2C4-0F4E-E887-EFEE-D142E471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4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D33E4F-4CB1-A767-FB2A-521FAA7A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D6207-8CD9-BBC2-B0C0-CC542EF94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9E223-9CE6-17AF-886A-124E4F0CC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843FA-D78F-4483-A62D-A66F87AF39F0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A6147-E910-6531-A19D-DE5CFED2E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A558E-046F-82C6-F176-3F339523C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F2FFA-D343-4E6B-800C-5150FA43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54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06760-F558-86DD-C09A-EE44F2ECDF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Corrective and Preventive 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5779C-57E2-075E-91BE-F9A6B63AB6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9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73DF2-068B-059C-01A9-88C6B8C25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AA69-0E88-3ED3-BAD1-A9C4D1403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87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C5B8-15D7-ED6A-1CA4-97A27008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AA8D2-3FBC-07CE-C511-6BF4FB3A1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62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503ED-AF9A-F1FB-67FD-E167D171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DB419-D8F5-12F5-D3C2-433D1E969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1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93FF1-8736-D78E-82C6-98A522DD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F7A70-C597-88AD-DFBD-6034FA90D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02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B643-838D-511B-30FB-EBBFD214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ECBC-5172-FCD7-86B9-7F9404F87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4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1C59-4F53-24B8-BB38-74F8B129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9A43A-F8B5-3088-E67D-2AA9C4899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87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6BE8-C2BC-5CBB-088F-1AC9D5508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4F5DE-67D0-3B8D-BC97-F923FCFC9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3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C028-85D8-D7DF-5FF4-A74A1150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1C05-0F0B-788C-3AF4-091A6A6B9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52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9C68-F210-12BD-081E-F340AA38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B53CB-C274-D645-9FFA-DDA060C0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79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2890-FD7B-3246-FCEF-D140B13E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D319-1C27-2B2D-5C7F-333C60E75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0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F8ED1-5978-1396-67A8-EF1B34E2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FD620-2644-A960-523A-DB47665EE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59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84F8-2B67-AA7F-6129-CCBFD4B8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1D044-D78E-E573-86ED-79BB03BE0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6C7-B281-5B16-D2CC-1CB7B9301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8A0A-B126-D6E6-A3CC-8ED13C1C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908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21AB-E94E-6719-F2B7-C583B1E6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EB273-8502-3CF8-6EE0-32AE2BDC2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19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E27E-110B-DF39-42D6-C3D00984E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66D1-523D-EC2E-1B1F-B1878730DA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574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BC6D-6D6B-AF7C-08FA-FC26DD0C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80663-95F6-2504-27B8-349FF7AF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92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47CFA-3CDE-BF74-41E0-04FAB79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07DF3-2F87-A66D-D6E3-F30BD14DA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Corrective and Preventive 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Corrective and Preventive Action</dc:title>
  <dc:creator>Brian Olea</dc:creator>
  <cp:lastModifiedBy>Brian Olea</cp:lastModifiedBy>
  <cp:revision>1</cp:revision>
  <dcterms:created xsi:type="dcterms:W3CDTF">2022-10-25T04:10:41Z</dcterms:created>
  <dcterms:modified xsi:type="dcterms:W3CDTF">2022-10-25T04:13:39Z</dcterms:modified>
</cp:coreProperties>
</file>