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814A5-9ABF-9B96-02F7-F45904718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43955C-0A74-3FDF-6C52-36AE22627D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D6E0F-D5EF-6BA2-ADB3-6F933A27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77808-504D-CE8F-C633-07B7A62EB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9049C-EF97-40F1-8FD7-8A9E48026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27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DD698-31EF-8BCC-D58E-E616E74E4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A1753-BD61-A2E9-DBCD-B9165808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F8E3-4782-DFDE-6AD1-24CB8FC2A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5F92C-CA82-C791-DC51-015944166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8E223-1ACE-9D21-1D5B-6F44D143C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4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97902-F254-A642-CDC5-CBD113D18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AD78D-AF4F-6A04-93C5-A1906B76F1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E33C7-3718-4A15-A67B-724FFE7E1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8A6D3-EDD6-B8D2-BC40-E0E561602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84F93-6186-72E1-1B84-77707C6F0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77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5019B-58D2-70F2-A0E7-B5054748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0A7A2-BD53-D456-37DC-E8014D124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834503-52A6-022E-03C9-3FF1B5AA8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23724-481C-E676-6F4D-D3868CEA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F4CC78-AD83-501F-8F72-FE4C24FFB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BA9551-1025-ACC9-7B24-24F50B4BA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9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F1363-F3A0-A0D0-9F81-78137D0AF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B4E93-8885-2EA9-3E3B-654D0B93A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38F0B1-48FD-1F05-7C7C-442CBC86F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ED0CCC-3949-33A9-F5D4-0227BC1CDB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DA37C-D188-EDBE-F96B-448FCDB8A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84C631-A400-ED44-74F0-7850C80CD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EC3A23-85FE-1FE2-F2C5-87F8A9132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092F7B-BB7D-C124-3A45-59A13C527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6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E51DB-3577-421D-A9CA-A9CD4DC0F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2B278F-C29F-48E7-4796-B21A3996F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F1110A-EC35-A986-A15D-0CF92ECE5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0AA680-DD37-1EAA-09B4-6E7D1B6FE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10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B928C-B9C7-2B5B-4598-5FAB39B96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9CE54D-2F95-1038-047C-70135C052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62C17-201E-9535-3C8A-1C6D0C557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255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D030-0365-C512-DD25-E1D475E08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D0E0E-85E9-24C4-473C-C68F97C70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5FC56-E09B-0140-1DDA-DDF610FE8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FDC51-E080-8929-664E-DC08294C6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798221-A56A-CBF1-9F02-D7B034E9A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CB34CE-0344-F7F9-2D1A-8651AFDAA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38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A45D-659E-E746-AEC3-34F21EE81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E6CF19-3E09-B4FD-6883-72BD465CFA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6C67C-3285-C394-1AC8-C2102C591D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E7E80-0ACC-24E9-00D3-2D8B0FCE7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E34F5-E0B4-A654-AC70-3006D8AED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E305A-E40F-773B-3DC9-58E1466F2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669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C621F-675C-F61D-1381-1414347AA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E28961-E00A-8334-F09B-3400B0F56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40D44-5839-F0AD-784F-A82D62878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A85D94-E6FA-0F9C-6D75-15379BF6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CDE48-C187-50E5-E709-EC11D1AD4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67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C3ECBF-752F-1924-CA9C-EF405A4D74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0632C-6CB3-473E-46BF-472B5F6DC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DB5EB-DEDF-0626-96A2-90FBA463C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DC692-79DC-58EA-58B8-A3A3BA224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D17842-2AA5-169A-3958-6F53B5C3F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24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86BBEA-C2A3-144B-A2D1-2135B8B03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77655A-95CB-5780-CD02-4753F23494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7393F-0733-4CAD-923E-52E98F611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1E6D8-71CE-4547-87D8-07A55AC3577D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3A8C9-0968-19DC-3E66-CB067F43CE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EEED6-A920-010A-2F6F-6454DCDA20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5ACCE-B4F2-4717-8DCE-26BC121AB0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82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A7AFD-3282-8997-C9E6-C9D5E07D96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Operational Configuration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0CB53B-902E-2064-6865-6934BFB421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01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B209F-3E3A-E62E-3643-33130AFCE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D6594-86A3-1B69-55B2-2D0E74B621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84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67BC-F92B-85B7-4DD5-22E05CAAF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BDB40-88B7-023E-6BEA-F1DC121EA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105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692EF-23F7-66FB-DAB0-6309D1D1A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791F3-9E7D-14AA-A800-CA65763C21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4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DA78E-7C06-11EB-56DB-C170A2B4F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B3153F-F9B9-56C8-2AA5-930E9676E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60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380E2-9CC9-572D-5708-CC6A09B3D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56700-E47D-F3DE-4734-E942BCDC6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02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B8EAD-B245-50AC-DC94-51D3DB616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03827-E164-A45C-9961-2FE6070395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082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D26CA-CFA9-005E-3F93-03D83B73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DF5D4-4626-2CBD-33E7-9DCDED0D7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665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B626-EFFD-ED92-FC8F-71D904F43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F58AE-15A3-FF02-9B4D-1A3159708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694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894E4-0EC6-4A08-C8F7-B573AF943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6D4E2-76B2-4774-4946-3D0B1CD4E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80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12B32-7127-8F56-EBE1-0A2F46DD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38E2E-E52B-3681-62F5-6F45614C5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728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99886-A516-20AE-B879-F0FEC43B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A83124-29AF-3D45-1480-99EC254DE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49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7570A-E627-5E99-9479-309A6959D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316DB-0446-9FEF-8C30-BD9C7D1224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273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A2F83-36CB-EBEB-0447-00741E945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84214-53C6-2F9F-AB47-58339E7A8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53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77CCC9-E853-67DA-8F6F-534BD7E1D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E7CA9-98A2-C893-9C3C-F1B7BA337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756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6640B-BE80-A691-CD64-0B124E2B5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0661A-4EE2-58F1-3698-2061AF530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057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300B8-EC3F-32E6-1FDB-EFF23425F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B5C6B-A172-7E14-3069-836F83E55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93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</Words>
  <Application>Microsoft Office PowerPoint</Application>
  <PresentationFormat>Widescreen</PresentationFormat>
  <Paragraphs>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Operational Configuration Management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Operational Configuration Management</dc:title>
  <dc:creator>Brian Olea</dc:creator>
  <cp:lastModifiedBy>Brian Olea</cp:lastModifiedBy>
  <cp:revision>1</cp:revision>
  <dcterms:created xsi:type="dcterms:W3CDTF">2022-10-25T03:56:17Z</dcterms:created>
  <dcterms:modified xsi:type="dcterms:W3CDTF">2022-10-25T04:09:08Z</dcterms:modified>
</cp:coreProperties>
</file>