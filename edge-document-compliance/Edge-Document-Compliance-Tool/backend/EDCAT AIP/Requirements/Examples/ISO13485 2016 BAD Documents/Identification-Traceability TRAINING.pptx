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DD8E-E592-FC9B-3ABE-B0945A25A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3FDE0-6B92-8C89-F181-1CDB277C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B4232-4936-52F2-58CC-7955799E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E257-C76F-01DB-A784-3E6CE976E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C899-0049-6917-BEEA-7F15D9FB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5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FC3B-0DFC-D290-0BD6-560FE095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C312-ADB7-ECA5-C575-304985865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3EDC-9BF7-47DB-74F9-F30E38FB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50C96-745B-0CA1-1C99-2165E83A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70A4-E3AD-3285-80FC-5315F08F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0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F535-2690-B6AA-CA91-47DD319F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2F4B-6B24-CE3B-BBDE-B48DE736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2F0CF-55EB-6F4A-94ED-2B1BC0B2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8FD5B-3334-351B-F21C-12CA3399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542F5-59DF-46E2-15B0-E95AC629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1621E-A0F0-FE7C-032E-B8A9CEF9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E7CE1-7C85-E9A8-8C2E-8D4E318DA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3840D-CF34-8ED6-EFD4-77857F9F9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562AC-50A4-FE82-9FB2-32CC4013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C356F-0394-3764-D656-CC66AFA8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D0C69-2D9C-1C80-2F91-6D9D04A0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4860-9A5B-4B5B-773B-85D5747D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F1779-F468-1216-8733-6D19F1F25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57E91-1CD5-326A-FD66-A00422312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0E419-26A7-2CDB-5006-CD8D97931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19DF-DFDA-C7E7-B0AE-4FBAF5B32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ED8E2-09EB-D346-7311-0194B5E7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31302-6AE4-966F-FDD2-278BE301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D3148-BF84-B528-5B87-3831D68C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0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5A63-FC36-9C0E-59E8-3C6B57E1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CEA0C-4CAB-ED7B-ECD0-44E3B01C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716BC-AC10-F8FC-210F-A39314C4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C0CEA-7F0C-D56F-22E9-469F2CDE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7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39D46-0031-6411-C8EC-AE48EFD5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9DE25-6AEE-D032-D3C2-1A96ACB1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9C6B-94B1-A6D9-E812-E59BC466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3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3B05-356E-B0FA-9D9B-21717B0F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4A894-D817-F4DB-8444-29D3D121F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959C5-55AA-BC33-4170-3B2C22561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66AD3-35FB-64B3-F79A-B68897E3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9D6C-18C4-90F6-96AD-CDDCFA39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F24BE-A6E1-803D-3F33-E85E4D32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30BA-110D-14EA-18E9-82337486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F518BD-2D04-9E0E-9342-3A358683D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D24CD-D119-B84C-415B-F77F3F8CD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D3075-1FE0-E639-17E2-6AD4ED24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D2E70-621B-DC4B-37FA-FE85989A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EA98B-A85D-B29B-7C2B-117DCD25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8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09E2-A0D2-39A5-26B3-702A68C5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1F75D-DF13-C1B9-0AA5-B175E3616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17EE2-F2C2-81CD-3397-E8ACEBA8B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9E938-8079-B47D-5667-30A2A4AE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2373-B3DC-F6AE-A6C3-291B5EDE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0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52B7F-BC2B-0859-88F5-7567A8214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F42BF-C77D-4FB8-D313-E3C248828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122F2-D2C9-F80E-8BD7-8327A990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0CFBA-C46A-5ACB-DEFC-59B01742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40702-14C2-5CF8-16CA-8AE85D38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4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D9CD3-4D7E-B50F-38AF-B0C0600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B0968-D515-1BC8-4235-144C1F568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BC08-72ED-E37E-B38C-5DA67EB20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334A1-48CF-40C9-96B9-CEA6793ADFFA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79CCA-8D5C-23CA-1162-CD533D7D6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5E779-F9CD-D052-C9B8-96ED490D0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563F-A625-4E81-B9C9-BC5BECA0F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EC08-4F19-D98C-C80B-43D4D857C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Identification-Traceability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330A2-0E8D-3EC9-3EF1-48ADD7203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6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A777-99B5-A362-94E8-6350A1A9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C561-9B51-AF73-2809-02DBB2CEF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787C-C825-3148-2957-1F4E3517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438D-8A2D-EDD8-B13D-DFD17FAA6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3295-BC5B-9643-1B39-6DA659D2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0346-AFBB-1144-EA9C-83740F679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1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6ED9-559D-5EFC-B8C0-D0CE2F95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9BD0E-B226-0232-EB4F-5C88E3021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7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0DE0-C78E-BC38-42FB-2F6DCFD64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951E3-1DB1-D293-1DD0-627B2CAAA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216E-8078-E90D-E4D6-ED9F6A6F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51720-D9BE-72FF-4640-31361BB32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7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D2951-436D-1F7A-0DE7-3A0A1748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043DE-FDF5-52CB-16BD-021E5198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5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A51A-D13D-F83F-5EA3-A7C20059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D43F-3A7B-C27A-6B40-30EDEC230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C857-AC75-C865-E1BA-96CEC8C2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AC12A-FBE3-A207-6F4E-9853D9F0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247C-2002-23B9-CAF5-D3B19AB8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9634-BA3E-DD46-3F28-DE240A72E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7AC7-29CB-2C5B-36CD-70D7D1F9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4D415-C2DF-3BB5-AB41-81F5753D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0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B0A3-8C19-FCFE-5B76-CF3D482B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66898-71E2-4F2A-32F6-FECB64C68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50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2FAA-5973-11F1-5F82-767763D8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CD6DA-405C-84E9-D1ED-013B2E68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7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0760-AFFD-87A1-7A6B-103E1EEE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C9214-961C-4974-74E7-0DD64B4B4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0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4A02-0287-8262-9540-046D45D5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EA3B-0DC5-8B37-1081-920C030C7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8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A26-E44F-BD9B-96E6-C211F0DD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ECF1-66ED-A86D-4E8D-CE5936F4B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60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66D3-947D-4456-5C9C-1CF5014B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8DB7E-8526-3A31-4D86-3FE249315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8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Identification-Traceability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Identification-Traceability</dc:title>
  <dc:creator>Brian Olea</dc:creator>
  <cp:lastModifiedBy>Brian Olea</cp:lastModifiedBy>
  <cp:revision>1</cp:revision>
  <dcterms:created xsi:type="dcterms:W3CDTF">2022-10-25T03:56:06Z</dcterms:created>
  <dcterms:modified xsi:type="dcterms:W3CDTF">2022-10-25T04:06:34Z</dcterms:modified>
</cp:coreProperties>
</file>