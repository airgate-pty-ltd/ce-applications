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5" r:id="rId4"/>
    <p:sldId id="265" r:id="rId5"/>
    <p:sldId id="286" r:id="rId6"/>
    <p:sldId id="258" r:id="rId7"/>
    <p:sldId id="287" r:id="rId8"/>
    <p:sldId id="266" r:id="rId9"/>
    <p:sldId id="288" r:id="rId10"/>
    <p:sldId id="302" r:id="rId11"/>
    <p:sldId id="289" r:id="rId12"/>
    <p:sldId id="281" r:id="rId13"/>
    <p:sldId id="290" r:id="rId14"/>
    <p:sldId id="282" r:id="rId15"/>
    <p:sldId id="291" r:id="rId16"/>
    <p:sldId id="283" r:id="rId17"/>
    <p:sldId id="292" r:id="rId18"/>
    <p:sldId id="284" r:id="rId19"/>
    <p:sldId id="293" r:id="rId20"/>
    <p:sldId id="294" r:id="rId21"/>
    <p:sldId id="295" r:id="rId22"/>
    <p:sldId id="296" r:id="rId23"/>
    <p:sldId id="297" r:id="rId24"/>
    <p:sldId id="298" r:id="rId25"/>
    <p:sldId id="299" r:id="rId26"/>
    <p:sldId id="300" r:id="rId27"/>
    <p:sldId id="30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6" d="100"/>
          <a:sy n="76"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D5C8-10C9-343B-B658-BD517C4C23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30D8AE3-528B-FF5C-2BC3-56A5A56A32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835985-A278-A953-1687-6E7FF184FC16}"/>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5" name="Footer Placeholder 4">
            <a:extLst>
              <a:ext uri="{FF2B5EF4-FFF2-40B4-BE49-F238E27FC236}">
                <a16:creationId xmlns:a16="http://schemas.microsoft.com/office/drawing/2014/main" id="{2805E01A-A4E8-5758-9687-934FA4A705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76DC55D-06F5-F70B-AA40-50A429F7DD0F}"/>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1437913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B23C0-2AAF-CD38-474E-2DFD876573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D990D0-AF54-4CD1-4DCE-ACE6055E7E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0629C-264E-8A07-9340-2F5A9074F550}"/>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5" name="Footer Placeholder 4">
            <a:extLst>
              <a:ext uri="{FF2B5EF4-FFF2-40B4-BE49-F238E27FC236}">
                <a16:creationId xmlns:a16="http://schemas.microsoft.com/office/drawing/2014/main" id="{C7A9E224-2E93-1A65-94E5-F8BDFAD8C32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1A45E6B-774C-079C-8F1A-E45146C783A0}"/>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922313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3EAF9-2E3A-4609-73A3-9E842E2499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0D88EE-89D3-2EB4-FBB7-2641822803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672F1E-6255-DF63-54AA-C92158948432}"/>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5" name="Footer Placeholder 4">
            <a:extLst>
              <a:ext uri="{FF2B5EF4-FFF2-40B4-BE49-F238E27FC236}">
                <a16:creationId xmlns:a16="http://schemas.microsoft.com/office/drawing/2014/main" id="{145F4651-718E-1840-4D9F-350C5E363BB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3161E57-F456-9317-9BBC-25228600FDED}"/>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137261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6612-B846-A53F-7E2D-67DF20A47F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69AA61-CF6C-21D5-9C94-75C9E97C13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E16F82-A794-6F41-F07E-FB335DA30F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BDAD46-797C-1EE7-4A3D-5E4E9C8153E2}"/>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6" name="Footer Placeholder 5">
            <a:extLst>
              <a:ext uri="{FF2B5EF4-FFF2-40B4-BE49-F238E27FC236}">
                <a16:creationId xmlns:a16="http://schemas.microsoft.com/office/drawing/2014/main" id="{F1AC0C52-5B90-2245-A42B-DB97D15F9AF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B8C397D-CE7E-26D0-692B-8211577A3690}"/>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272972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08D39-4BDB-3E52-AFDF-E29D9E2FAC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37A2D8-61DF-F50A-B86B-BC2E686C41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BD939D-391C-8B01-92E4-97EA9A7D1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F679F2-F177-91DE-A3C4-3AEB80A1BA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2C1650-45F7-57CA-3F31-7292D971DE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38DE85-5085-116F-57DA-0C6508EC76B8}"/>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8" name="Footer Placeholder 7">
            <a:extLst>
              <a:ext uri="{FF2B5EF4-FFF2-40B4-BE49-F238E27FC236}">
                <a16:creationId xmlns:a16="http://schemas.microsoft.com/office/drawing/2014/main" id="{1607F096-E302-0AB4-9877-4F013D1F585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3FB2286-0B8C-F85A-5CF8-6136069B8EEC}"/>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1134441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68BE-F362-A80B-65B8-29CF5EF559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8679330-DBF2-A670-BA4A-D9CD39BE064B}"/>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4" name="Footer Placeholder 3">
            <a:extLst>
              <a:ext uri="{FF2B5EF4-FFF2-40B4-BE49-F238E27FC236}">
                <a16:creationId xmlns:a16="http://schemas.microsoft.com/office/drawing/2014/main" id="{30AC27FF-F3FD-96ED-407A-095728E6EC3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FA8FF70-971B-0933-9AF7-AD531228CA45}"/>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34274369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7B4D9-D619-6E1E-9954-94D83C97A383}"/>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3" name="Footer Placeholder 2">
            <a:extLst>
              <a:ext uri="{FF2B5EF4-FFF2-40B4-BE49-F238E27FC236}">
                <a16:creationId xmlns:a16="http://schemas.microsoft.com/office/drawing/2014/main" id="{69321542-9EA4-363E-A5FC-9BEAB99A45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BC3C665-DBEB-2A64-2A79-484EA9EF8CCA}"/>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264106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6E68-F6EB-9733-0695-258D4619DF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A211AA-4141-D551-82C9-F8E2FD1AC3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1780E4-E231-4A61-B304-2607C306D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A343E3-9979-BB52-75D2-717AF32DB6DE}"/>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6" name="Footer Placeholder 5">
            <a:extLst>
              <a:ext uri="{FF2B5EF4-FFF2-40B4-BE49-F238E27FC236}">
                <a16:creationId xmlns:a16="http://schemas.microsoft.com/office/drawing/2014/main" id="{2666D467-129A-2BC3-3A7D-28B6918120C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153884-3F91-72CD-C8B2-04A989A01120}"/>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4326575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CAB36-9553-C3D0-FE4D-54C067C6E6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0B3721-C5CC-4B83-D3E3-975D89CF90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891E27B-9FE3-9ECD-D9FC-F00BD35D3C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4C3A87-7260-B4C5-2B08-448EA5078C9F}"/>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6" name="Footer Placeholder 5">
            <a:extLst>
              <a:ext uri="{FF2B5EF4-FFF2-40B4-BE49-F238E27FC236}">
                <a16:creationId xmlns:a16="http://schemas.microsoft.com/office/drawing/2014/main" id="{7CE591B1-C61B-A075-81FA-2BA39442B2B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D831E7C-BBAE-E87B-9462-2214200C0BB2}"/>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3682056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ED4CB-81BE-D0C9-45DE-763E2702DB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6CD9EE-3E48-3B45-3B7B-8033644E3F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9D4022-2408-0CDD-B8F3-5EFB15A605DF}"/>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5" name="Footer Placeholder 4">
            <a:extLst>
              <a:ext uri="{FF2B5EF4-FFF2-40B4-BE49-F238E27FC236}">
                <a16:creationId xmlns:a16="http://schemas.microsoft.com/office/drawing/2014/main" id="{BF6B450D-72B5-990A-F2D5-75718D42257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CE174D0-8EF4-14A9-19EF-8EC64EC0EF92}"/>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67515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B2D5BD-0975-0144-B890-300F64C6C6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23D2F2A-A01C-9FC0-3A2F-6007BC403A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D5986F-70CD-4863-0837-D20AB2EF0E0A}"/>
              </a:ext>
            </a:extLst>
          </p:cNvPr>
          <p:cNvSpPr>
            <a:spLocks noGrp="1"/>
          </p:cNvSpPr>
          <p:nvPr>
            <p:ph type="dt" sz="half" idx="10"/>
          </p:nvPr>
        </p:nvSpPr>
        <p:spPr/>
        <p:txBody>
          <a:bodyPr/>
          <a:lstStyle/>
          <a:p>
            <a:fld id="{8CAA2820-F1A4-4840-9B98-F98E7527A6AC}" type="datetimeFigureOut">
              <a:rPr lang="en-US" smtClean="0"/>
              <a:t>10/23/2022</a:t>
            </a:fld>
            <a:endParaRPr lang="en-US" dirty="0"/>
          </a:p>
        </p:txBody>
      </p:sp>
      <p:sp>
        <p:nvSpPr>
          <p:cNvPr id="5" name="Footer Placeholder 4">
            <a:extLst>
              <a:ext uri="{FF2B5EF4-FFF2-40B4-BE49-F238E27FC236}">
                <a16:creationId xmlns:a16="http://schemas.microsoft.com/office/drawing/2014/main" id="{E987A28D-B67D-29CA-EFFC-0B5A5D6C7CB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BAF0BF-8379-54D2-9401-C069D623CC9B}"/>
              </a:ext>
            </a:extLst>
          </p:cNvPr>
          <p:cNvSpPr>
            <a:spLocks noGrp="1"/>
          </p:cNvSpPr>
          <p:nvPr>
            <p:ph type="sldNum" sz="quarter" idx="12"/>
          </p:nvPr>
        </p:nvSpPr>
        <p:spPr/>
        <p:txBody>
          <a:bodyPr/>
          <a:lstStyle/>
          <a:p>
            <a:fld id="{448169DF-3E2A-4E37-A099-129161416AD2}" type="slidenum">
              <a:rPr lang="en-US" smtClean="0"/>
              <a:t>‹#›</a:t>
            </a:fld>
            <a:endParaRPr lang="en-US" dirty="0"/>
          </a:p>
        </p:txBody>
      </p:sp>
    </p:spTree>
    <p:extLst>
      <p:ext uri="{BB962C8B-B14F-4D97-AF65-F5344CB8AC3E}">
        <p14:creationId xmlns:p14="http://schemas.microsoft.com/office/powerpoint/2010/main" val="2006907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CF50E6-21FF-2CB6-EB30-D7B3C0B093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8E6410B-5B56-8D66-0E04-350D78FE67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B23D03-669E-3D41-7832-AFAC49FD89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AA2820-F1A4-4840-9B98-F98E7527A6AC}" type="datetimeFigureOut">
              <a:rPr lang="en-US" smtClean="0"/>
              <a:t>10/23/2022</a:t>
            </a:fld>
            <a:endParaRPr lang="en-US" dirty="0"/>
          </a:p>
        </p:txBody>
      </p:sp>
      <p:sp>
        <p:nvSpPr>
          <p:cNvPr id="5" name="Footer Placeholder 4">
            <a:extLst>
              <a:ext uri="{FF2B5EF4-FFF2-40B4-BE49-F238E27FC236}">
                <a16:creationId xmlns:a16="http://schemas.microsoft.com/office/drawing/2014/main" id="{806AEF8F-61B0-6D49-23F3-D325F65987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A0DBE78-8FFE-C6C2-F483-3B850C90D5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8169DF-3E2A-4E37-A099-129161416AD2}" type="slidenum">
              <a:rPr lang="en-US" smtClean="0"/>
              <a:t>‹#›</a:t>
            </a:fld>
            <a:endParaRPr lang="en-US" dirty="0"/>
          </a:p>
        </p:txBody>
      </p:sp>
    </p:spTree>
    <p:extLst>
      <p:ext uri="{BB962C8B-B14F-4D97-AF65-F5344CB8AC3E}">
        <p14:creationId xmlns:p14="http://schemas.microsoft.com/office/powerpoint/2010/main" val="752171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57D1E-B2D8-2C26-E28B-B16D5AFFCC0F}"/>
              </a:ext>
            </a:extLst>
          </p:cNvPr>
          <p:cNvSpPr>
            <a:spLocks noGrp="1"/>
          </p:cNvSpPr>
          <p:nvPr>
            <p:ph type="ctrTitle"/>
          </p:nvPr>
        </p:nvSpPr>
        <p:spPr/>
        <p:txBody>
          <a:bodyPr/>
          <a:lstStyle/>
          <a:p>
            <a:r>
              <a:rPr lang="en-US" dirty="0"/>
              <a:t>Leadership</a:t>
            </a:r>
          </a:p>
        </p:txBody>
      </p:sp>
      <p:sp>
        <p:nvSpPr>
          <p:cNvPr id="3" name="Subtitle 2">
            <a:extLst>
              <a:ext uri="{FF2B5EF4-FFF2-40B4-BE49-F238E27FC236}">
                <a16:creationId xmlns:a16="http://schemas.microsoft.com/office/drawing/2014/main" id="{2769D53E-F0F8-9F22-23BE-2B708262AAA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552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8665-5A76-3732-292E-73186CC43213}"/>
              </a:ext>
            </a:extLst>
          </p:cNvPr>
          <p:cNvSpPr>
            <a:spLocks noGrp="1"/>
          </p:cNvSpPr>
          <p:nvPr>
            <p:ph type="title"/>
          </p:nvPr>
        </p:nvSpPr>
        <p:spPr/>
        <p:txBody>
          <a:bodyPr/>
          <a:lstStyle/>
          <a:p>
            <a:pPr algn="ctr"/>
            <a:r>
              <a:rPr lang="en-US" dirty="0"/>
              <a:t>AGENDA </a:t>
            </a:r>
          </a:p>
        </p:txBody>
      </p:sp>
      <p:sp>
        <p:nvSpPr>
          <p:cNvPr id="3" name="Content Placeholder 2">
            <a:extLst>
              <a:ext uri="{FF2B5EF4-FFF2-40B4-BE49-F238E27FC236}">
                <a16:creationId xmlns:a16="http://schemas.microsoft.com/office/drawing/2014/main" id="{39BE4A36-9CB3-8ED9-E681-17EC0E2F2AD5}"/>
              </a:ext>
            </a:extLst>
          </p:cNvPr>
          <p:cNvSpPr>
            <a:spLocks noGrp="1"/>
          </p:cNvSpPr>
          <p:nvPr>
            <p:ph idx="1"/>
          </p:nvPr>
        </p:nvSpPr>
        <p:spPr>
          <a:xfrm>
            <a:off x="838200" y="1825625"/>
            <a:ext cx="5080000" cy="4351338"/>
          </a:xfrm>
        </p:spPr>
        <p:txBody>
          <a:bodyPr>
            <a:normAutofit fontScale="85000" lnSpcReduction="10000"/>
          </a:bodyPr>
          <a:lstStyle/>
          <a:p>
            <a:endParaRPr lang="en-US" dirty="0"/>
          </a:p>
          <a:p>
            <a:r>
              <a:rPr lang="en-US" dirty="0"/>
              <a:t>9001</a:t>
            </a:r>
          </a:p>
          <a:p>
            <a:r>
              <a:rPr lang="en-US" dirty="0"/>
              <a:t>5Leadership</a:t>
            </a:r>
          </a:p>
          <a:p>
            <a:r>
              <a:rPr lang="en-US" dirty="0"/>
              <a:t>5.1Leadership and commitment</a:t>
            </a:r>
          </a:p>
          <a:p>
            <a:r>
              <a:rPr lang="en-US" dirty="0"/>
              <a:t>5.1.2	Customer focus</a:t>
            </a:r>
          </a:p>
          <a:p>
            <a:r>
              <a:rPr lang="en-US" dirty="0"/>
              <a:t>5.2Policy</a:t>
            </a:r>
          </a:p>
          <a:p>
            <a:r>
              <a:rPr lang="en-US" dirty="0"/>
              <a:t>5.2.1	Establishing the quality policy	</a:t>
            </a:r>
          </a:p>
          <a:p>
            <a:r>
              <a:rPr lang="en-US" dirty="0"/>
              <a:t>5.2.2	Communicating the quality policy</a:t>
            </a:r>
          </a:p>
          <a:p>
            <a:r>
              <a:rPr lang="en-US" dirty="0"/>
              <a:t>5.3Organizational roles, responsibilities and authorities</a:t>
            </a:r>
          </a:p>
          <a:p>
            <a:pPr marL="0" indent="0">
              <a:buNone/>
            </a:pPr>
            <a:endParaRPr lang="en-US" dirty="0"/>
          </a:p>
          <a:p>
            <a:pPr marL="0" indent="0">
              <a:buNone/>
            </a:pPr>
            <a:endParaRPr lang="en-US" dirty="0"/>
          </a:p>
        </p:txBody>
      </p:sp>
      <p:sp>
        <p:nvSpPr>
          <p:cNvPr id="5" name="Content Placeholder 2">
            <a:extLst>
              <a:ext uri="{FF2B5EF4-FFF2-40B4-BE49-F238E27FC236}">
                <a16:creationId xmlns:a16="http://schemas.microsoft.com/office/drawing/2014/main" id="{3D3B40BF-B10B-730C-15B9-3558C2AB89D0}"/>
              </a:ext>
            </a:extLst>
          </p:cNvPr>
          <p:cNvSpPr txBox="1">
            <a:spLocks/>
          </p:cNvSpPr>
          <p:nvPr/>
        </p:nvSpPr>
        <p:spPr>
          <a:xfrm>
            <a:off x="5918200" y="1825625"/>
            <a:ext cx="5080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13485</a:t>
            </a:r>
          </a:p>
          <a:p>
            <a:r>
              <a:rPr lang="en-US" dirty="0"/>
              <a:t>5	Management responsibility</a:t>
            </a:r>
          </a:p>
          <a:p>
            <a:r>
              <a:rPr lang="en-US" dirty="0"/>
              <a:t>5.1	Management commitment</a:t>
            </a:r>
          </a:p>
          <a:p>
            <a:r>
              <a:rPr lang="en-US" dirty="0"/>
              <a:t>4.1.6 documenting and storing information </a:t>
            </a:r>
          </a:p>
        </p:txBody>
      </p:sp>
    </p:spTree>
    <p:extLst>
      <p:ext uri="{BB962C8B-B14F-4D97-AF65-F5344CB8AC3E}">
        <p14:creationId xmlns:p14="http://schemas.microsoft.com/office/powerpoint/2010/main" val="2971377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A12BB-D42F-495F-24BA-96F68AD4EAB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2BB68CD-5BD6-E09B-CAFF-3FC8FEC8992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960080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14389-AE85-7A9F-F462-1C8B5A36856F}"/>
              </a:ext>
            </a:extLst>
          </p:cNvPr>
          <p:cNvSpPr>
            <a:spLocks noGrp="1"/>
          </p:cNvSpPr>
          <p:nvPr>
            <p:ph type="title"/>
          </p:nvPr>
        </p:nvSpPr>
        <p:spPr/>
        <p:txBody>
          <a:bodyPr/>
          <a:lstStyle/>
          <a:p>
            <a:pPr algn="ctr"/>
            <a:r>
              <a:rPr lang="en-US" dirty="0"/>
              <a:t>DOCUMENTING AND STORING INFORMATION </a:t>
            </a:r>
            <a:br>
              <a:rPr lang="en-US" dirty="0"/>
            </a:br>
            <a:endParaRPr lang="en-US" dirty="0"/>
          </a:p>
        </p:txBody>
      </p:sp>
      <p:sp>
        <p:nvSpPr>
          <p:cNvPr id="3" name="Content Placeholder 2">
            <a:extLst>
              <a:ext uri="{FF2B5EF4-FFF2-40B4-BE49-F238E27FC236}">
                <a16:creationId xmlns:a16="http://schemas.microsoft.com/office/drawing/2014/main" id="{41A98560-980E-18D1-288D-737C556B0803}"/>
              </a:ext>
            </a:extLst>
          </p:cNvPr>
          <p:cNvSpPr>
            <a:spLocks noGrp="1"/>
          </p:cNvSpPr>
          <p:nvPr>
            <p:ph idx="1"/>
          </p:nvPr>
        </p:nvSpPr>
        <p:spPr/>
        <p:txBody>
          <a:bodyPr/>
          <a:lstStyle/>
          <a:p>
            <a:r>
              <a:rPr lang="en-US" dirty="0"/>
              <a:t>The organization shall document procedures for the validation of the application of computer software used in the quality management system. Such software applications shall be validated prior to initial use and, as appropriate, after changes to such software or its application.</a:t>
            </a:r>
          </a:p>
          <a:p>
            <a:r>
              <a:rPr lang="en-US" dirty="0"/>
              <a:t>The specific approach and activities associated with software validation and revalidation shall be</a:t>
            </a:r>
          </a:p>
          <a:p>
            <a:r>
              <a:rPr lang="en-US" dirty="0"/>
              <a:t>proportionate to the risk associated with the use of the software. </a:t>
            </a:r>
          </a:p>
        </p:txBody>
      </p:sp>
    </p:spTree>
    <p:extLst>
      <p:ext uri="{BB962C8B-B14F-4D97-AF65-F5344CB8AC3E}">
        <p14:creationId xmlns:p14="http://schemas.microsoft.com/office/powerpoint/2010/main" val="38704435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62DA8-86AF-EB11-F594-2D2CBC3096E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D8DF843-18A6-6366-3DA2-58A663AC0ED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80715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F4D6E-03F3-0F25-5B7C-72A6E2385E17}"/>
              </a:ext>
            </a:extLst>
          </p:cNvPr>
          <p:cNvSpPr>
            <a:spLocks noGrp="1"/>
          </p:cNvSpPr>
          <p:nvPr>
            <p:ph type="title"/>
          </p:nvPr>
        </p:nvSpPr>
        <p:spPr/>
        <p:txBody>
          <a:bodyPr>
            <a:normAutofit/>
          </a:bodyPr>
          <a:lstStyle/>
          <a:p>
            <a:pPr algn="ctr"/>
            <a:r>
              <a:rPr lang="en-US" dirty="0"/>
              <a:t>LEADERSHIP</a:t>
            </a:r>
            <a:br>
              <a:rPr lang="en-US" dirty="0"/>
            </a:br>
            <a:endParaRPr lang="en-US" dirty="0"/>
          </a:p>
        </p:txBody>
      </p:sp>
      <p:sp>
        <p:nvSpPr>
          <p:cNvPr id="3" name="Content Placeholder 2">
            <a:extLst>
              <a:ext uri="{FF2B5EF4-FFF2-40B4-BE49-F238E27FC236}">
                <a16:creationId xmlns:a16="http://schemas.microsoft.com/office/drawing/2014/main" id="{5C68A027-A7A7-95C2-49B5-56AFCDED1B8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007409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BEFB-165D-3D93-52E7-2741459E0FF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9DBAACE-3922-9271-D782-B54FF46BBF7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129610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86B6A-17EF-36BF-6F17-E7EA0D4565FA}"/>
              </a:ext>
            </a:extLst>
          </p:cNvPr>
          <p:cNvSpPr>
            <a:spLocks noGrp="1"/>
          </p:cNvSpPr>
          <p:nvPr>
            <p:ph type="title"/>
          </p:nvPr>
        </p:nvSpPr>
        <p:spPr/>
        <p:txBody>
          <a:bodyPr/>
          <a:lstStyle/>
          <a:p>
            <a:pPr algn="ctr"/>
            <a:r>
              <a:rPr lang="en-US" dirty="0"/>
              <a:t>LEADERSHIP AND COMMITMENT</a:t>
            </a:r>
            <a:br>
              <a:rPr lang="en-US" dirty="0"/>
            </a:br>
            <a:endParaRPr lang="en-US" dirty="0"/>
          </a:p>
        </p:txBody>
      </p:sp>
      <p:sp>
        <p:nvSpPr>
          <p:cNvPr id="3" name="Content Placeholder 2">
            <a:extLst>
              <a:ext uri="{FF2B5EF4-FFF2-40B4-BE49-F238E27FC236}">
                <a16:creationId xmlns:a16="http://schemas.microsoft.com/office/drawing/2014/main" id="{7A34C562-E6E9-9BD5-270E-FEED249D996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02303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8C7D8-95D6-C42C-E0C7-EE0299CC9B2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3E1462C-2188-C7DA-6489-BA3F8908247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840691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EA14D-1AF4-27A4-824C-7D39AC81A625}"/>
              </a:ext>
            </a:extLst>
          </p:cNvPr>
          <p:cNvSpPr>
            <a:spLocks noGrp="1"/>
          </p:cNvSpPr>
          <p:nvPr>
            <p:ph type="title"/>
          </p:nvPr>
        </p:nvSpPr>
        <p:spPr/>
        <p:txBody>
          <a:bodyPr/>
          <a:lstStyle/>
          <a:p>
            <a:pPr algn="ctr"/>
            <a:r>
              <a:rPr lang="en-US" dirty="0"/>
              <a:t>MANAGEMENT RESPONSIBILITY</a:t>
            </a:r>
            <a:br>
              <a:rPr lang="en-US" dirty="0"/>
            </a:br>
            <a:endParaRPr lang="en-US" dirty="0"/>
          </a:p>
        </p:txBody>
      </p:sp>
      <p:sp>
        <p:nvSpPr>
          <p:cNvPr id="3" name="Content Placeholder 2">
            <a:extLst>
              <a:ext uri="{FF2B5EF4-FFF2-40B4-BE49-F238E27FC236}">
                <a16:creationId xmlns:a16="http://schemas.microsoft.com/office/drawing/2014/main" id="{D9FB99B0-9736-D31A-EDAA-15F54137437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072543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91484-07FD-10F7-BC36-C7754AE479B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447D986-1C2B-0C0D-8030-E9C34E50595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35928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39BF7-377D-E376-9798-ACFB7AE953C2}"/>
              </a:ext>
            </a:extLst>
          </p:cNvPr>
          <p:cNvSpPr>
            <a:spLocks noGrp="1"/>
          </p:cNvSpPr>
          <p:nvPr>
            <p:ph type="title"/>
          </p:nvPr>
        </p:nvSpPr>
        <p:spPr/>
        <p:txBody>
          <a:bodyPr/>
          <a:lstStyle/>
          <a:p>
            <a:r>
              <a:rPr lang="en-US" dirty="0"/>
              <a:t>Policy</a:t>
            </a:r>
            <a:br>
              <a:rPr lang="en-US" dirty="0"/>
            </a:br>
            <a:endParaRPr lang="en-US" dirty="0"/>
          </a:p>
        </p:txBody>
      </p:sp>
      <p:sp>
        <p:nvSpPr>
          <p:cNvPr id="3" name="Content Placeholder 2">
            <a:extLst>
              <a:ext uri="{FF2B5EF4-FFF2-40B4-BE49-F238E27FC236}">
                <a16:creationId xmlns:a16="http://schemas.microsoft.com/office/drawing/2014/main" id="{AAC6BB2C-3709-D58D-74ED-F53B840355C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660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74D5-0242-BC71-D1D4-66EC783DB48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AD12AE7-E4D1-B087-9DF1-B42A4F11184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104977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945E9-92B4-9EEA-4CB0-D3996C52AA9C}"/>
              </a:ext>
            </a:extLst>
          </p:cNvPr>
          <p:cNvSpPr>
            <a:spLocks noGrp="1"/>
          </p:cNvSpPr>
          <p:nvPr>
            <p:ph type="title"/>
          </p:nvPr>
        </p:nvSpPr>
        <p:spPr/>
        <p:txBody>
          <a:bodyPr/>
          <a:lstStyle/>
          <a:p>
            <a:r>
              <a:rPr lang="en-US" dirty="0"/>
              <a:t>Establishing the quality policy	</a:t>
            </a:r>
            <a:br>
              <a:rPr lang="en-US" dirty="0"/>
            </a:br>
            <a:endParaRPr lang="en-US" dirty="0"/>
          </a:p>
        </p:txBody>
      </p:sp>
      <p:sp>
        <p:nvSpPr>
          <p:cNvPr id="3" name="Content Placeholder 2">
            <a:extLst>
              <a:ext uri="{FF2B5EF4-FFF2-40B4-BE49-F238E27FC236}">
                <a16:creationId xmlns:a16="http://schemas.microsoft.com/office/drawing/2014/main" id="{E208A334-48E2-1A52-A548-BAF97E108A1E}"/>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3967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ACE22-D89F-96DC-20E9-3B2B137E863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D32E48A-B547-0AC1-B8C7-07813440F275}"/>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494690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9E36-5B78-4D23-3CF1-EF783EDCC273}"/>
              </a:ext>
            </a:extLst>
          </p:cNvPr>
          <p:cNvSpPr>
            <a:spLocks noGrp="1"/>
          </p:cNvSpPr>
          <p:nvPr>
            <p:ph type="title"/>
          </p:nvPr>
        </p:nvSpPr>
        <p:spPr/>
        <p:txBody>
          <a:bodyPr/>
          <a:lstStyle/>
          <a:p>
            <a:r>
              <a:rPr lang="en-US" dirty="0"/>
              <a:t>Communicating the quality policy</a:t>
            </a:r>
          </a:p>
        </p:txBody>
      </p:sp>
      <p:sp>
        <p:nvSpPr>
          <p:cNvPr id="3" name="Content Placeholder 2">
            <a:extLst>
              <a:ext uri="{FF2B5EF4-FFF2-40B4-BE49-F238E27FC236}">
                <a16:creationId xmlns:a16="http://schemas.microsoft.com/office/drawing/2014/main" id="{34C32F53-B816-86AA-CBD6-7B8B250DD03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688057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0388-91F0-1F53-D72B-4522A4A597A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0B097B01-9B0D-1EEE-9D12-63DA4B655E0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879130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9C06B-80BA-71A2-BE98-F205C5290F9E}"/>
              </a:ext>
            </a:extLst>
          </p:cNvPr>
          <p:cNvSpPr>
            <a:spLocks noGrp="1"/>
          </p:cNvSpPr>
          <p:nvPr>
            <p:ph type="title"/>
          </p:nvPr>
        </p:nvSpPr>
        <p:spPr/>
        <p:txBody>
          <a:bodyPr>
            <a:normAutofit/>
          </a:bodyPr>
          <a:lstStyle/>
          <a:p>
            <a:r>
              <a:rPr lang="en-US" dirty="0"/>
              <a:t>Organizational roles, responsibilities and authorities</a:t>
            </a:r>
          </a:p>
        </p:txBody>
      </p:sp>
      <p:sp>
        <p:nvSpPr>
          <p:cNvPr id="3" name="Content Placeholder 2">
            <a:extLst>
              <a:ext uri="{FF2B5EF4-FFF2-40B4-BE49-F238E27FC236}">
                <a16:creationId xmlns:a16="http://schemas.microsoft.com/office/drawing/2014/main" id="{4227A943-3CD2-1769-17D6-8951C275992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188146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C48CA-CCAE-BDDA-D754-B7E62BD2CE2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70CA7D4-DDE1-D388-DAB3-C196CB5AAB91}"/>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5861560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7072B-1643-4471-4F08-26C2F2BE009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A400183-4B9B-A02C-9C24-A09BC9BC99B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220656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B1CAF-B2D4-83CA-6EE2-10BE50F3D57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5651BF2-3ED4-97D8-8A83-697B1CA5E0C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485552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832B0-F693-36DC-54E9-ED46E7F2F94C}"/>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AB6F970-E9E1-8717-8288-73B4737B469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212747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26D8F-40E6-7CCF-1156-93E5E527316E}"/>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BB62FF24-62BA-F94E-19A2-107F39527BF7}"/>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241041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7835D-3E5C-F92E-4B1F-ACCAE2A921F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6A117AD1-CD63-20AF-BB54-21703ADA0AB2}"/>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449201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0D1A-19E7-AA8E-F0AD-DC2476C1BFC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BE9339E-EC7A-9068-A8ED-4EA251914A10}"/>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490343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F755B-8D79-39EB-96FB-8A515D16C15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EBF429C-D3DB-2F5D-FF94-F47587BCB99D}"/>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819182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97BC1-7065-D957-2B3F-834DF000BAC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F16ADF5-4654-48D6-CC5D-74A8F794515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963969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713</TotalTime>
  <Words>147</Words>
  <Application>Microsoft Office PowerPoint</Application>
  <PresentationFormat>Widescreen</PresentationFormat>
  <Paragraphs>27</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Leadership</vt:lpstr>
      <vt:lpstr>AGENDA </vt:lpstr>
      <vt:lpstr>PowerPoint Presentation</vt:lpstr>
      <vt:lpstr>DOCUMENTING AND STORING INFORMATION  </vt:lpstr>
      <vt:lpstr>PowerPoint Presentation</vt:lpstr>
      <vt:lpstr>LEADERSHIP </vt:lpstr>
      <vt:lpstr>PowerPoint Presentation</vt:lpstr>
      <vt:lpstr>LEADERSHIP AND COMMITMENT </vt:lpstr>
      <vt:lpstr>PowerPoint Presentation</vt:lpstr>
      <vt:lpstr>MANAGEMENT RESPONSIBILITY </vt:lpstr>
      <vt:lpstr>PowerPoint Presentation</vt:lpstr>
      <vt:lpstr>Policy </vt:lpstr>
      <vt:lpstr>PowerPoint Presentation</vt:lpstr>
      <vt:lpstr>Establishing the quality policy  </vt:lpstr>
      <vt:lpstr>PowerPoint Presentation</vt:lpstr>
      <vt:lpstr>Communicating the quality policy</vt:lpstr>
      <vt:lpstr>PowerPoint Presentation</vt:lpstr>
      <vt:lpstr>Organizational roles, responsibilities and authorities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dc:title>
  <dc:creator>Brian Olea</dc:creator>
  <cp:lastModifiedBy>Brian Olea</cp:lastModifiedBy>
  <cp:revision>5</cp:revision>
  <dcterms:created xsi:type="dcterms:W3CDTF">2022-10-23T06:36:04Z</dcterms:created>
  <dcterms:modified xsi:type="dcterms:W3CDTF">2022-10-23T18:29:24Z</dcterms:modified>
</cp:coreProperties>
</file>