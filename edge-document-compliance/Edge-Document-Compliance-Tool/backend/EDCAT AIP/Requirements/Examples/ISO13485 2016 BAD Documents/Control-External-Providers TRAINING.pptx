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5131-C376-76F2-65D2-C7C73B37D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A0BF57-2A69-3FE4-D99C-93564DB72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5BB13-4974-4774-AFB1-F6171CCF9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28330-E7C7-4421-A2D9-7F704B85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CEA99-E2D7-5449-4EBC-8E1D7BFA6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6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DE65E-C5F0-06DC-B8BA-9F5B3AF37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D2EDC-65B5-98AD-9C03-FEEE9F95D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B12B1-F894-116A-17D4-E68CF408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6EB7-9427-B8C4-9C0C-2EE23B613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B79D-35F6-AB6C-0B56-7A1784C4B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3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6729F-69A7-B367-8EB0-B4FE2B53D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8EE32-EC4E-1FF2-7F3C-25829D6DC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7D794-7EC2-7B56-BEC6-37A05C3C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7D6D5-D299-FCF9-63D0-A0531C8D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581A8-F5C5-8EB8-838D-3CFB3224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3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E513-04FB-BCA1-C571-A593857E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8FB71-0FD5-24CE-17D8-781A84DAE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D5BAA-6DFB-956A-8458-E5E20716C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93787-74DC-3F8A-4C36-8873E8C7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8251D-40B5-0FF8-085F-6A7EC7E3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6FC79-619B-43AF-781E-1D79712CE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60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0735-14FC-FFFD-0C1E-83EE8A50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39968-7892-6370-B52C-1F2E8AD43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6E198-8E32-7DAB-3579-21229627F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4EA31-0E61-1157-D8BD-25CA7D539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9077F5-717B-C404-9C17-2791BB0C9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3EB1B6-2067-62DA-A901-07A34A6F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C630E9-83AC-351E-4CE3-D6A46FE9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41C76-253E-58CC-B4FA-8DD1988B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6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F591-D260-3AF8-A230-D3D0D4CB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2DA590-D291-DEE6-8F3B-57FEB4D1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087BA-2C02-22BE-D178-13BEED224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FAC73-D677-72AC-3F46-01B83276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2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EAD1C-3C4C-6E28-0CF2-4B0E219C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B70D9-730F-352A-6EF0-332D0A41B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17C1D-E191-D97C-F525-86F5FD80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91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5394-9606-440A-A4EB-AC2E64FAA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0C3C-F6EF-98F6-D931-326ACF21E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C7904-3F86-2283-CB4A-6C2EAEC51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12D9B-4F84-4A56-4396-296A2FF99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94733-A358-7DC8-CE7D-E52B2356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EC568-C168-03E3-5EF0-46A4E746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8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0828-EF9E-45E0-7666-345188302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C49246-9E4D-D1D9-4B84-3C9A3262CE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F3FB3-16B6-B326-7F6E-671BAB05C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7F12E-A53A-4148-357C-D726CAB56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0C23D-87B9-2294-4B41-9318DFFC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231F0-8AD8-4210-1363-8EEA7D05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82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5131-2C38-1BCD-B16F-9182CE40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68A6B-96D1-CF70-4AD9-2F22DBA2E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0DEAC-A20D-8A65-CDEF-95E3691F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20A5B-6343-E828-6371-F5C717A6F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8978-32A9-185A-FA56-60650DA0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CB613-B881-4011-127E-05A9730E92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F9E7C-D5F8-6F9E-97DD-3E0B73731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0C4EA-1F70-5DDB-6BE3-9C3969B6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9DD2B-0F07-46C5-9CEF-6B9CE045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BF6DE-8A80-583A-FF6B-AA6C7988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95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577E3-6D63-C7BE-51C4-3A493CD0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9CB23-5CFE-419C-DA61-62C701DB7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B82EB-4A08-FBB0-781B-729B147AA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6BE19-9D9B-46CF-A3A8-819A593B95AF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F4566-F4B5-D926-BDAC-5BDD742DD5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1C620-7CCF-7A32-547A-154D22CF4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27C3E-3E3E-46E1-8882-837321407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8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FA75-FCDB-6CDA-50C9-1745A2B4D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Control-External-Providers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9B0AE-007F-BE05-304D-7078035C0D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80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EE7C-1E4D-7CD9-5C7E-A67B3392A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935C3-32E7-2AA1-F38C-A0BDEECB0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55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1C5E-5D42-E6D1-25CC-D5793902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DD77B-75C5-56A4-6B64-2F1EAE4BE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16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67946-42DA-3C1A-9C7F-C18AB736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6725D-A9FA-C340-2133-B466A1E3F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3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E6016-D287-E34C-6906-A7E83F354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517DB-818D-5959-7B04-D38E43343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0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6570-E25D-9E97-234B-7983D2D6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4A4FD-B765-C7D9-93E8-C8053C3EA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6CAB8-4E57-C43B-4FC7-0579D0AD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40F43-88FD-E383-CC54-305670980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2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0CAC2-E145-29EB-65A7-84A9431CC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8F7FC-F6D4-E472-808D-1DE2AC429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7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B4439-E895-DC35-82A0-06B38A5C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244F-8004-053F-2ED2-67526A8A5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51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5588-CA9B-4B55-6442-3D7E6FF3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67088-04B2-4D4F-0542-FEA761BE7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6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6210-007E-EE53-5715-5428DA52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76F21-00E0-F2E4-6E43-9C4B3433A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5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AD9E-2D07-E2BB-964A-B9108F05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6EA07-B372-C6E5-F7EC-4FEB8F65D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91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1EB2-0AAF-70F1-150E-DCE46A7E4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0B34C-050F-C18E-9D76-EAB1DF612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9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C772-655B-FBBD-D56A-4B3DAA991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CAE72-33CB-5A8E-B317-15CF8EDFC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06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79CD-424B-4D74-AEC1-3F63CDD0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11E0E-6ED8-019F-6947-732C7B056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97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FA12-39C4-221C-6E0F-EBA9EEED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98866-8B55-493E-B8FC-B2EF859AA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15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C78B6-CC67-E3D7-B46D-D5B5151AD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6E023-4412-7124-F143-475553D48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41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</Words>
  <Application>Microsoft Office PowerPoint</Application>
  <PresentationFormat>Widescreen</PresentationFormat>
  <Paragraphs>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Control-External-Providers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Control-External-Providers</dc:title>
  <dc:creator>Brian Olea</dc:creator>
  <cp:lastModifiedBy>Brian Olea</cp:lastModifiedBy>
  <cp:revision>1</cp:revision>
  <dcterms:created xsi:type="dcterms:W3CDTF">2022-10-25T03:56:11Z</dcterms:created>
  <dcterms:modified xsi:type="dcterms:W3CDTF">2022-10-25T04:08:11Z</dcterms:modified>
</cp:coreProperties>
</file>