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0E2E-FBCC-7276-21DD-46B8C211B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53C7F8-E5DD-15FA-F9C2-9769745D2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BC1CD-A821-5735-132A-E8ACB503E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1FCE-5EE8-4859-B28C-D20312ADC67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49EC1-A91F-ACDB-A2AA-BEEA509E7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28A6B-CDF6-7F93-5F5D-4E09A3A3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F9C6-03B4-4551-9201-6737526F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39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293D3-5A6C-C028-9CC3-018D3ABD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A0D21-60A2-D457-B391-B9A8A7043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6CEE5-39F7-F32C-D11D-704F22F33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1FCE-5EE8-4859-B28C-D20312ADC67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EB52D-4241-A18E-5D23-BBFC8A792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D0B5A-2266-4D3E-2E47-E1EF6ECF6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F9C6-03B4-4551-9201-6737526F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50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8C19B-F28E-69C5-1555-0A9F02C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646FF-F73C-40D9-6969-9A051F208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795AF-C26A-E421-01C6-617A59333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1FCE-5EE8-4859-B28C-D20312ADC67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F92DC-EB2E-6B2B-2A1E-59A653868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9E8CD-E004-3906-AFE3-719677C53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F9C6-03B4-4551-9201-6737526F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16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F932-4E02-C673-FF93-A5212946C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65DF4-E694-5263-69A5-9B9B635892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EF5748-1B08-17DB-C937-B41A11951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4BD3C-50CE-C8ED-ABE8-0B2620FA0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1FCE-5EE8-4859-B28C-D20312ADC67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EE573-57AA-45C8-E42A-AAFFB122E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8E758-FA02-51D5-A5E6-04F25C39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F9C6-03B4-4551-9201-6737526F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22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91903-7470-14A0-4BE6-164E8324B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ACE32-81B1-65E6-1AB4-0DFC405B0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E4DBE8-B40E-E747-7A13-24946DE1A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78A0B3-3AF7-2673-EA41-DBA0B6DD7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92DB09-CA49-4D1D-2136-9CDBFA9D5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43A78E-4672-D7B1-A511-76012C777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1FCE-5EE8-4859-B28C-D20312ADC67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5F4D88-08CF-52F9-C822-A122EA349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873806-B896-CDEF-D222-38BEEBFC3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F9C6-03B4-4551-9201-6737526F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490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0A4E-FE06-F4BD-55C7-B38486912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3860D5-3991-D3AB-A83B-74BB31D32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1FCE-5EE8-4859-B28C-D20312ADC67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F46E0D-45E8-B97B-AE1A-58330C25D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ED0D0-2428-DE7D-1A30-FCDF326A8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F9C6-03B4-4551-9201-6737526F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900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59D47B-A8AD-F327-EDE2-D56C37C85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1FCE-5EE8-4859-B28C-D20312ADC67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5100A7-2778-9D17-930C-5A2BD4906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338CD-C424-18B1-2E32-0FC97C209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F9C6-03B4-4551-9201-6737526F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993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55A24-9585-8AD9-615A-8624470BC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F8E60-F860-0202-E5DB-FFBAF4102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09065E-D9DA-4D18-5EE2-EE90E7A74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6D573-B7C7-665D-C1B6-E575AE816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1FCE-5EE8-4859-B28C-D20312ADC67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358B1-53B5-0F49-0DCC-2486EEBEB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F80FF-0300-799A-0405-F18C3065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F9C6-03B4-4551-9201-6737526F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717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54AE-EDE3-83F5-997D-8BE207B29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7479BA-A9AA-D52E-F145-1DBAC7A678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252A3-65FF-6159-A36E-B2F79DEE4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7CBC4-52C6-84E1-4992-D450FF0A3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1FCE-5EE8-4859-B28C-D20312ADC67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B4667-F21C-C499-355A-E71516A3F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072D0-D3B2-AA57-CA2B-F02D9238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F9C6-03B4-4551-9201-6737526F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739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2A813-FDC9-7F3D-2222-9F73F2157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F8EBE-D9F8-983E-1C6B-C4BAB2992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97340-B08D-2782-6255-1930038B8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1FCE-5EE8-4859-B28C-D20312ADC67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7BA68-CAB2-8493-940C-8C376AA02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A55DA-F2EE-4E4F-F447-B5E1FDBFB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F9C6-03B4-4551-9201-6737526F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68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7235A-9C43-87B3-1A9B-D3F4064B3A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782DF-3A87-8A54-720B-6C8A8BA86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F880B-2DC4-F029-FCCC-4E2153078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1FCE-5EE8-4859-B28C-D20312ADC67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9C85E-6EFA-9F92-A59C-4817B156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99332-9A0C-DD7E-6EDD-696E02BEB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F9C6-03B4-4551-9201-6737526F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9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BBE319-8DEC-FAA8-B811-BE1ACE8B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AEAC4-31EC-0FF2-9752-54CA10DC2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80566-0A03-6F6B-2C7A-9E52CC8BB2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41FCE-5EE8-4859-B28C-D20312ADC67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8EAE4-9D13-4C9C-28C2-BAD1B5E50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E2CEC-B942-8A4F-6189-6937CAAAC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BF9C6-03B4-4551-9201-6737526F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118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A9AB-37FB-D594-B1BC-C4B84715D2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Customer Related Processes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8F33F9-0289-1F14-C7B5-085C03ACFE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41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0FB91-F7F9-CA1B-458F-F8636FA05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38E84-A068-93A5-AE24-3094321F9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712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A493-E7BD-7540-88D5-665DE7929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1388E-2EC3-F482-0FB9-71140BD7A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09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36AE9-B5EB-A5CE-B68E-071015488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A5255-5392-9887-F13E-E15C96DEA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04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430A0-0EA0-7397-F40C-F44970F3F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81854-154B-9228-FA1E-867B9E6E5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71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E810B-6767-1E93-D9BE-AB9AC272C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84809-1801-4139-7187-2F796ED5E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69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DC2E8-8B3B-54B0-B062-ECF869401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50A09-25BF-7A5F-2987-46BE828E8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21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E8A7-C22C-9196-8EE7-AF0B0574D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19CB0-82FC-9C20-B13B-3C368780F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385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C9597-6916-7A9A-5888-87DFEBA42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551F6-333B-14C6-ECDE-AE72D6DFB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79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FB25B-B1D4-0BD4-3539-4782993D6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A1DE8-2836-C8E8-AB19-4692D7216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87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06DC1-2A8A-298B-743A-555AFE877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76807-3429-CCFC-411F-8F46E7E2A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53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4072D-8002-BE21-6A85-DE4FB9CDC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DB7F4-F93F-6427-0F57-90AC5360D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476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CFA4F-73DD-3338-D7DC-E04409CF5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680A0-AD45-B987-9A76-B68FB7B5A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02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4FA0F-A128-5DD1-4592-B18FC55F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3E778-6B62-D67F-1E14-53E56EE4D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240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9A486-D975-3AA9-3710-6F3FE88E3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835BC-F495-0874-4B3F-044483CE0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09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</Words>
  <Application>Microsoft Office PowerPoint</Application>
  <PresentationFormat>Widescreen</PresentationFormat>
  <Paragraphs>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Customer Related Processes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Related Processes</dc:title>
  <dc:creator>Brian Olea</dc:creator>
  <cp:lastModifiedBy>Brian Olea</cp:lastModifiedBy>
  <cp:revision>1</cp:revision>
  <dcterms:created xsi:type="dcterms:W3CDTF">2022-10-25T02:32:13Z</dcterms:created>
  <dcterms:modified xsi:type="dcterms:W3CDTF">2022-10-25T03:37:58Z</dcterms:modified>
</cp:coreProperties>
</file>