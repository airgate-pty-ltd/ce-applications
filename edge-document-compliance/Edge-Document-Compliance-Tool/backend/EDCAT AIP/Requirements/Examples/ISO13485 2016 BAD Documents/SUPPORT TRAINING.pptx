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68" r:id="rId4"/>
    <p:sldId id="257" r:id="rId5"/>
    <p:sldId id="269" r:id="rId6"/>
    <p:sldId id="266" r:id="rId7"/>
    <p:sldId id="270" r:id="rId8"/>
    <p:sldId id="274" r:id="rId9"/>
    <p:sldId id="271" r:id="rId10"/>
    <p:sldId id="258" r:id="rId11"/>
    <p:sldId id="272" r:id="rId12"/>
    <p:sldId id="261" r:id="rId13"/>
    <p:sldId id="273" r:id="rId14"/>
    <p:sldId id="259" r:id="rId15"/>
    <p:sldId id="275" r:id="rId16"/>
    <p:sldId id="260" r:id="rId17"/>
    <p:sldId id="276" r:id="rId18"/>
    <p:sldId id="262" r:id="rId19"/>
    <p:sldId id="277" r:id="rId20"/>
    <p:sldId id="263" r:id="rId21"/>
    <p:sldId id="278" r:id="rId22"/>
    <p:sldId id="264" r:id="rId23"/>
    <p:sldId id="279" r:id="rId24"/>
    <p:sldId id="265" r:id="rId25"/>
    <p:sldId id="280"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88028" autoAdjust="0"/>
  </p:normalViewPr>
  <p:slideViewPr>
    <p:cSldViewPr snapToGrid="0">
      <p:cViewPr varScale="1">
        <p:scale>
          <a:sx n="67" d="100"/>
          <a:sy n="67" d="100"/>
        </p:scale>
        <p:origin x="10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81DAF-868E-30D1-2637-9E2E543791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436AA8E-CDAF-DBB3-51C5-612E117153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14141D4-F043-0BF4-0835-423B9CAC42A9}"/>
              </a:ext>
            </a:extLst>
          </p:cNvPr>
          <p:cNvSpPr>
            <a:spLocks noGrp="1"/>
          </p:cNvSpPr>
          <p:nvPr>
            <p:ph type="dt" sz="half" idx="10"/>
          </p:nvPr>
        </p:nvSpPr>
        <p:spPr/>
        <p:txBody>
          <a:bodyPr/>
          <a:lstStyle/>
          <a:p>
            <a:fld id="{5FD82745-31E7-4681-8C23-44ABB74E48AC}" type="datetimeFigureOut">
              <a:rPr lang="en-US" smtClean="0"/>
              <a:t>10/24/2022</a:t>
            </a:fld>
            <a:endParaRPr lang="en-US"/>
          </a:p>
        </p:txBody>
      </p:sp>
      <p:sp>
        <p:nvSpPr>
          <p:cNvPr id="5" name="Footer Placeholder 4">
            <a:extLst>
              <a:ext uri="{FF2B5EF4-FFF2-40B4-BE49-F238E27FC236}">
                <a16:creationId xmlns:a16="http://schemas.microsoft.com/office/drawing/2014/main" id="{23CF3FC5-EC99-0D66-E0FF-A545F45F18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7C778A-11D8-1BB1-3925-4C268EA2364C}"/>
              </a:ext>
            </a:extLst>
          </p:cNvPr>
          <p:cNvSpPr>
            <a:spLocks noGrp="1"/>
          </p:cNvSpPr>
          <p:nvPr>
            <p:ph type="sldNum" sz="quarter" idx="12"/>
          </p:nvPr>
        </p:nvSpPr>
        <p:spPr/>
        <p:txBody>
          <a:bodyPr/>
          <a:lstStyle/>
          <a:p>
            <a:fld id="{E3F5BE01-2632-4419-8FE6-6880CC1B65C2}" type="slidenum">
              <a:rPr lang="en-US" smtClean="0"/>
              <a:t>‹#›</a:t>
            </a:fld>
            <a:endParaRPr lang="en-US"/>
          </a:p>
        </p:txBody>
      </p:sp>
    </p:spTree>
    <p:extLst>
      <p:ext uri="{BB962C8B-B14F-4D97-AF65-F5344CB8AC3E}">
        <p14:creationId xmlns:p14="http://schemas.microsoft.com/office/powerpoint/2010/main" val="2849841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E6A91-8480-DEB1-A5F7-3F60C1810F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46AC42-F293-DF4F-A5F9-7D2A4ECE22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EBBA83-90A4-FFB6-A42F-6E251765984A}"/>
              </a:ext>
            </a:extLst>
          </p:cNvPr>
          <p:cNvSpPr>
            <a:spLocks noGrp="1"/>
          </p:cNvSpPr>
          <p:nvPr>
            <p:ph type="dt" sz="half" idx="10"/>
          </p:nvPr>
        </p:nvSpPr>
        <p:spPr/>
        <p:txBody>
          <a:bodyPr/>
          <a:lstStyle/>
          <a:p>
            <a:fld id="{5FD82745-31E7-4681-8C23-44ABB74E48AC}" type="datetimeFigureOut">
              <a:rPr lang="en-US" smtClean="0"/>
              <a:t>10/24/2022</a:t>
            </a:fld>
            <a:endParaRPr lang="en-US"/>
          </a:p>
        </p:txBody>
      </p:sp>
      <p:sp>
        <p:nvSpPr>
          <p:cNvPr id="5" name="Footer Placeholder 4">
            <a:extLst>
              <a:ext uri="{FF2B5EF4-FFF2-40B4-BE49-F238E27FC236}">
                <a16:creationId xmlns:a16="http://schemas.microsoft.com/office/drawing/2014/main" id="{AF26A008-FBD2-58F4-625D-AAD6FA73C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666A62-945A-CE12-9DB6-18C3D4E5D0FA}"/>
              </a:ext>
            </a:extLst>
          </p:cNvPr>
          <p:cNvSpPr>
            <a:spLocks noGrp="1"/>
          </p:cNvSpPr>
          <p:nvPr>
            <p:ph type="sldNum" sz="quarter" idx="12"/>
          </p:nvPr>
        </p:nvSpPr>
        <p:spPr/>
        <p:txBody>
          <a:bodyPr/>
          <a:lstStyle/>
          <a:p>
            <a:fld id="{E3F5BE01-2632-4419-8FE6-6880CC1B65C2}" type="slidenum">
              <a:rPr lang="en-US" smtClean="0"/>
              <a:t>‹#›</a:t>
            </a:fld>
            <a:endParaRPr lang="en-US"/>
          </a:p>
        </p:txBody>
      </p:sp>
    </p:spTree>
    <p:extLst>
      <p:ext uri="{BB962C8B-B14F-4D97-AF65-F5344CB8AC3E}">
        <p14:creationId xmlns:p14="http://schemas.microsoft.com/office/powerpoint/2010/main" val="4259988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DE909-A700-6EB8-B2FE-64E65B775E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962DC1-647C-37D9-D09F-A92891262A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22B656-54CC-8B30-BF80-069D8A4715B2}"/>
              </a:ext>
            </a:extLst>
          </p:cNvPr>
          <p:cNvSpPr>
            <a:spLocks noGrp="1"/>
          </p:cNvSpPr>
          <p:nvPr>
            <p:ph type="dt" sz="half" idx="10"/>
          </p:nvPr>
        </p:nvSpPr>
        <p:spPr/>
        <p:txBody>
          <a:bodyPr/>
          <a:lstStyle/>
          <a:p>
            <a:fld id="{5FD82745-31E7-4681-8C23-44ABB74E48AC}" type="datetimeFigureOut">
              <a:rPr lang="en-US" smtClean="0"/>
              <a:t>10/24/2022</a:t>
            </a:fld>
            <a:endParaRPr lang="en-US"/>
          </a:p>
        </p:txBody>
      </p:sp>
      <p:sp>
        <p:nvSpPr>
          <p:cNvPr id="5" name="Footer Placeholder 4">
            <a:extLst>
              <a:ext uri="{FF2B5EF4-FFF2-40B4-BE49-F238E27FC236}">
                <a16:creationId xmlns:a16="http://schemas.microsoft.com/office/drawing/2014/main" id="{0FDB232A-94E1-E030-D541-2AA2CDA985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81152F-96EB-8200-6F2B-C88864C2B38C}"/>
              </a:ext>
            </a:extLst>
          </p:cNvPr>
          <p:cNvSpPr>
            <a:spLocks noGrp="1"/>
          </p:cNvSpPr>
          <p:nvPr>
            <p:ph type="sldNum" sz="quarter" idx="12"/>
          </p:nvPr>
        </p:nvSpPr>
        <p:spPr/>
        <p:txBody>
          <a:bodyPr/>
          <a:lstStyle/>
          <a:p>
            <a:fld id="{E3F5BE01-2632-4419-8FE6-6880CC1B65C2}" type="slidenum">
              <a:rPr lang="en-US" smtClean="0"/>
              <a:t>‹#›</a:t>
            </a:fld>
            <a:endParaRPr lang="en-US"/>
          </a:p>
        </p:txBody>
      </p:sp>
    </p:spTree>
    <p:extLst>
      <p:ext uri="{BB962C8B-B14F-4D97-AF65-F5344CB8AC3E}">
        <p14:creationId xmlns:p14="http://schemas.microsoft.com/office/powerpoint/2010/main" val="658166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4A4FC-3ED7-14C9-E4EE-F8B4DE205E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070BFD-4D1B-EA3D-A132-6189643F2E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51B9A3-3BE6-4C9B-E6B1-3E71B61048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81E23F-A132-7898-783E-8A3EDDFEAD4F}"/>
              </a:ext>
            </a:extLst>
          </p:cNvPr>
          <p:cNvSpPr>
            <a:spLocks noGrp="1"/>
          </p:cNvSpPr>
          <p:nvPr>
            <p:ph type="dt" sz="half" idx="10"/>
          </p:nvPr>
        </p:nvSpPr>
        <p:spPr/>
        <p:txBody>
          <a:bodyPr/>
          <a:lstStyle/>
          <a:p>
            <a:fld id="{5FD82745-31E7-4681-8C23-44ABB74E48AC}" type="datetimeFigureOut">
              <a:rPr lang="en-US" smtClean="0"/>
              <a:t>10/24/2022</a:t>
            </a:fld>
            <a:endParaRPr lang="en-US"/>
          </a:p>
        </p:txBody>
      </p:sp>
      <p:sp>
        <p:nvSpPr>
          <p:cNvPr id="6" name="Footer Placeholder 5">
            <a:extLst>
              <a:ext uri="{FF2B5EF4-FFF2-40B4-BE49-F238E27FC236}">
                <a16:creationId xmlns:a16="http://schemas.microsoft.com/office/drawing/2014/main" id="{341AE154-2BDF-3BF7-5A7E-6A97C46BC6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45ED0E-DB3D-FF8A-913E-A910E9595018}"/>
              </a:ext>
            </a:extLst>
          </p:cNvPr>
          <p:cNvSpPr>
            <a:spLocks noGrp="1"/>
          </p:cNvSpPr>
          <p:nvPr>
            <p:ph type="sldNum" sz="quarter" idx="12"/>
          </p:nvPr>
        </p:nvSpPr>
        <p:spPr/>
        <p:txBody>
          <a:bodyPr/>
          <a:lstStyle/>
          <a:p>
            <a:fld id="{E3F5BE01-2632-4419-8FE6-6880CC1B65C2}" type="slidenum">
              <a:rPr lang="en-US" smtClean="0"/>
              <a:t>‹#›</a:t>
            </a:fld>
            <a:endParaRPr lang="en-US"/>
          </a:p>
        </p:txBody>
      </p:sp>
    </p:spTree>
    <p:extLst>
      <p:ext uri="{BB962C8B-B14F-4D97-AF65-F5344CB8AC3E}">
        <p14:creationId xmlns:p14="http://schemas.microsoft.com/office/powerpoint/2010/main" val="1030813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A80F2-822B-0D5E-FD1E-1AEB6F5721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0BBFFBE-B6D0-623E-F9B3-935EFC3B06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B0646E-21A2-4A5D-DB5F-0CBA9C137D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5A557F-1E15-0879-1FF7-7DF0EF9B23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49A5C2-5AA1-17FD-D62E-2C7CD7F0CB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51F7D8-E079-BD90-DA44-FB40B8799633}"/>
              </a:ext>
            </a:extLst>
          </p:cNvPr>
          <p:cNvSpPr>
            <a:spLocks noGrp="1"/>
          </p:cNvSpPr>
          <p:nvPr>
            <p:ph type="dt" sz="half" idx="10"/>
          </p:nvPr>
        </p:nvSpPr>
        <p:spPr/>
        <p:txBody>
          <a:bodyPr/>
          <a:lstStyle/>
          <a:p>
            <a:fld id="{5FD82745-31E7-4681-8C23-44ABB74E48AC}" type="datetimeFigureOut">
              <a:rPr lang="en-US" smtClean="0"/>
              <a:t>10/24/2022</a:t>
            </a:fld>
            <a:endParaRPr lang="en-US"/>
          </a:p>
        </p:txBody>
      </p:sp>
      <p:sp>
        <p:nvSpPr>
          <p:cNvPr id="8" name="Footer Placeholder 7">
            <a:extLst>
              <a:ext uri="{FF2B5EF4-FFF2-40B4-BE49-F238E27FC236}">
                <a16:creationId xmlns:a16="http://schemas.microsoft.com/office/drawing/2014/main" id="{6DC30A9D-0878-1AD9-C9FB-AA1A89B7BA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35C4A1B-ECB3-89C3-CEEA-A0469C95F17B}"/>
              </a:ext>
            </a:extLst>
          </p:cNvPr>
          <p:cNvSpPr>
            <a:spLocks noGrp="1"/>
          </p:cNvSpPr>
          <p:nvPr>
            <p:ph type="sldNum" sz="quarter" idx="12"/>
          </p:nvPr>
        </p:nvSpPr>
        <p:spPr/>
        <p:txBody>
          <a:bodyPr/>
          <a:lstStyle/>
          <a:p>
            <a:fld id="{E3F5BE01-2632-4419-8FE6-6880CC1B65C2}" type="slidenum">
              <a:rPr lang="en-US" smtClean="0"/>
              <a:t>‹#›</a:t>
            </a:fld>
            <a:endParaRPr lang="en-US"/>
          </a:p>
        </p:txBody>
      </p:sp>
    </p:spTree>
    <p:extLst>
      <p:ext uri="{BB962C8B-B14F-4D97-AF65-F5344CB8AC3E}">
        <p14:creationId xmlns:p14="http://schemas.microsoft.com/office/powerpoint/2010/main" val="1853037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CD225-1276-9AC3-BD8E-42F386B65D3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CF695C-4B4E-9E83-9730-5315AAC1D3DE}"/>
              </a:ext>
            </a:extLst>
          </p:cNvPr>
          <p:cNvSpPr>
            <a:spLocks noGrp="1"/>
          </p:cNvSpPr>
          <p:nvPr>
            <p:ph type="dt" sz="half" idx="10"/>
          </p:nvPr>
        </p:nvSpPr>
        <p:spPr/>
        <p:txBody>
          <a:bodyPr/>
          <a:lstStyle/>
          <a:p>
            <a:fld id="{5FD82745-31E7-4681-8C23-44ABB74E48AC}" type="datetimeFigureOut">
              <a:rPr lang="en-US" smtClean="0"/>
              <a:t>10/24/2022</a:t>
            </a:fld>
            <a:endParaRPr lang="en-US"/>
          </a:p>
        </p:txBody>
      </p:sp>
      <p:sp>
        <p:nvSpPr>
          <p:cNvPr id="4" name="Footer Placeholder 3">
            <a:extLst>
              <a:ext uri="{FF2B5EF4-FFF2-40B4-BE49-F238E27FC236}">
                <a16:creationId xmlns:a16="http://schemas.microsoft.com/office/drawing/2014/main" id="{6CFD9457-BEBF-7770-09BF-51D20105A8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250C62-4353-D9E7-8217-1BFA6E6E014A}"/>
              </a:ext>
            </a:extLst>
          </p:cNvPr>
          <p:cNvSpPr>
            <a:spLocks noGrp="1"/>
          </p:cNvSpPr>
          <p:nvPr>
            <p:ph type="sldNum" sz="quarter" idx="12"/>
          </p:nvPr>
        </p:nvSpPr>
        <p:spPr/>
        <p:txBody>
          <a:bodyPr/>
          <a:lstStyle/>
          <a:p>
            <a:fld id="{E3F5BE01-2632-4419-8FE6-6880CC1B65C2}" type="slidenum">
              <a:rPr lang="en-US" smtClean="0"/>
              <a:t>‹#›</a:t>
            </a:fld>
            <a:endParaRPr lang="en-US"/>
          </a:p>
        </p:txBody>
      </p:sp>
    </p:spTree>
    <p:extLst>
      <p:ext uri="{BB962C8B-B14F-4D97-AF65-F5344CB8AC3E}">
        <p14:creationId xmlns:p14="http://schemas.microsoft.com/office/powerpoint/2010/main" val="2043223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F68B4E-7DEC-1D77-D376-AB0BC5852331}"/>
              </a:ext>
            </a:extLst>
          </p:cNvPr>
          <p:cNvSpPr>
            <a:spLocks noGrp="1"/>
          </p:cNvSpPr>
          <p:nvPr>
            <p:ph type="dt" sz="half" idx="10"/>
          </p:nvPr>
        </p:nvSpPr>
        <p:spPr/>
        <p:txBody>
          <a:bodyPr/>
          <a:lstStyle/>
          <a:p>
            <a:fld id="{5FD82745-31E7-4681-8C23-44ABB74E48AC}" type="datetimeFigureOut">
              <a:rPr lang="en-US" smtClean="0"/>
              <a:t>10/24/2022</a:t>
            </a:fld>
            <a:endParaRPr lang="en-US"/>
          </a:p>
        </p:txBody>
      </p:sp>
      <p:sp>
        <p:nvSpPr>
          <p:cNvPr id="3" name="Footer Placeholder 2">
            <a:extLst>
              <a:ext uri="{FF2B5EF4-FFF2-40B4-BE49-F238E27FC236}">
                <a16:creationId xmlns:a16="http://schemas.microsoft.com/office/drawing/2014/main" id="{AD8AA46A-6171-584A-5825-3CB4B4567E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C360D4-3745-D8C6-348F-8C5A279B39E4}"/>
              </a:ext>
            </a:extLst>
          </p:cNvPr>
          <p:cNvSpPr>
            <a:spLocks noGrp="1"/>
          </p:cNvSpPr>
          <p:nvPr>
            <p:ph type="sldNum" sz="quarter" idx="12"/>
          </p:nvPr>
        </p:nvSpPr>
        <p:spPr/>
        <p:txBody>
          <a:bodyPr/>
          <a:lstStyle/>
          <a:p>
            <a:fld id="{E3F5BE01-2632-4419-8FE6-6880CC1B65C2}" type="slidenum">
              <a:rPr lang="en-US" smtClean="0"/>
              <a:t>‹#›</a:t>
            </a:fld>
            <a:endParaRPr lang="en-US"/>
          </a:p>
        </p:txBody>
      </p:sp>
    </p:spTree>
    <p:extLst>
      <p:ext uri="{BB962C8B-B14F-4D97-AF65-F5344CB8AC3E}">
        <p14:creationId xmlns:p14="http://schemas.microsoft.com/office/powerpoint/2010/main" val="1706556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D1DF1-CD83-46DA-5B1A-57C5F8F0EE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A43B86-0432-522B-77F7-A32509CE5A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E96946-9B44-3AA4-1BF8-472FE5B04D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D1A7F7-4579-8313-0CF5-5E27CA31BADA}"/>
              </a:ext>
            </a:extLst>
          </p:cNvPr>
          <p:cNvSpPr>
            <a:spLocks noGrp="1"/>
          </p:cNvSpPr>
          <p:nvPr>
            <p:ph type="dt" sz="half" idx="10"/>
          </p:nvPr>
        </p:nvSpPr>
        <p:spPr/>
        <p:txBody>
          <a:bodyPr/>
          <a:lstStyle/>
          <a:p>
            <a:fld id="{5FD82745-31E7-4681-8C23-44ABB74E48AC}" type="datetimeFigureOut">
              <a:rPr lang="en-US" smtClean="0"/>
              <a:t>10/24/2022</a:t>
            </a:fld>
            <a:endParaRPr lang="en-US"/>
          </a:p>
        </p:txBody>
      </p:sp>
      <p:sp>
        <p:nvSpPr>
          <p:cNvPr id="6" name="Footer Placeholder 5">
            <a:extLst>
              <a:ext uri="{FF2B5EF4-FFF2-40B4-BE49-F238E27FC236}">
                <a16:creationId xmlns:a16="http://schemas.microsoft.com/office/drawing/2014/main" id="{2B03FAB6-6FEF-81EE-04C9-80D0F5D950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22DA84-1DA3-A0F0-8D2D-B1605942A00F}"/>
              </a:ext>
            </a:extLst>
          </p:cNvPr>
          <p:cNvSpPr>
            <a:spLocks noGrp="1"/>
          </p:cNvSpPr>
          <p:nvPr>
            <p:ph type="sldNum" sz="quarter" idx="12"/>
          </p:nvPr>
        </p:nvSpPr>
        <p:spPr/>
        <p:txBody>
          <a:bodyPr/>
          <a:lstStyle/>
          <a:p>
            <a:fld id="{E3F5BE01-2632-4419-8FE6-6880CC1B65C2}" type="slidenum">
              <a:rPr lang="en-US" smtClean="0"/>
              <a:t>‹#›</a:t>
            </a:fld>
            <a:endParaRPr lang="en-US"/>
          </a:p>
        </p:txBody>
      </p:sp>
    </p:spTree>
    <p:extLst>
      <p:ext uri="{BB962C8B-B14F-4D97-AF65-F5344CB8AC3E}">
        <p14:creationId xmlns:p14="http://schemas.microsoft.com/office/powerpoint/2010/main" val="919046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6AB51-D2E9-4C5C-BE3D-E4078D1651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16D368-8D4A-89AB-9AD3-B9397AB7EE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CB8DAD-11FF-2824-ABED-ED2CF9E0D3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55E86C-6116-23F5-1621-E5BD60A3D8B5}"/>
              </a:ext>
            </a:extLst>
          </p:cNvPr>
          <p:cNvSpPr>
            <a:spLocks noGrp="1"/>
          </p:cNvSpPr>
          <p:nvPr>
            <p:ph type="dt" sz="half" idx="10"/>
          </p:nvPr>
        </p:nvSpPr>
        <p:spPr/>
        <p:txBody>
          <a:bodyPr/>
          <a:lstStyle/>
          <a:p>
            <a:fld id="{5FD82745-31E7-4681-8C23-44ABB74E48AC}" type="datetimeFigureOut">
              <a:rPr lang="en-US" smtClean="0"/>
              <a:t>10/24/2022</a:t>
            </a:fld>
            <a:endParaRPr lang="en-US"/>
          </a:p>
        </p:txBody>
      </p:sp>
      <p:sp>
        <p:nvSpPr>
          <p:cNvPr id="6" name="Footer Placeholder 5">
            <a:extLst>
              <a:ext uri="{FF2B5EF4-FFF2-40B4-BE49-F238E27FC236}">
                <a16:creationId xmlns:a16="http://schemas.microsoft.com/office/drawing/2014/main" id="{9823DAB2-29FF-F663-FC4A-EF6A4C2A7C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779E9F-D12C-3179-63CD-839687E66A0B}"/>
              </a:ext>
            </a:extLst>
          </p:cNvPr>
          <p:cNvSpPr>
            <a:spLocks noGrp="1"/>
          </p:cNvSpPr>
          <p:nvPr>
            <p:ph type="sldNum" sz="quarter" idx="12"/>
          </p:nvPr>
        </p:nvSpPr>
        <p:spPr/>
        <p:txBody>
          <a:bodyPr/>
          <a:lstStyle/>
          <a:p>
            <a:fld id="{E3F5BE01-2632-4419-8FE6-6880CC1B65C2}" type="slidenum">
              <a:rPr lang="en-US" smtClean="0"/>
              <a:t>‹#›</a:t>
            </a:fld>
            <a:endParaRPr lang="en-US"/>
          </a:p>
        </p:txBody>
      </p:sp>
    </p:spTree>
    <p:extLst>
      <p:ext uri="{BB962C8B-B14F-4D97-AF65-F5344CB8AC3E}">
        <p14:creationId xmlns:p14="http://schemas.microsoft.com/office/powerpoint/2010/main" val="1151394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314DA-FB8A-DAA0-736F-90E5A72B6A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D24C9E-82F6-E174-DADE-61DAD9D05A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9CEFDA-DD03-E1D7-CADC-96F689A6D2E1}"/>
              </a:ext>
            </a:extLst>
          </p:cNvPr>
          <p:cNvSpPr>
            <a:spLocks noGrp="1"/>
          </p:cNvSpPr>
          <p:nvPr>
            <p:ph type="dt" sz="half" idx="10"/>
          </p:nvPr>
        </p:nvSpPr>
        <p:spPr/>
        <p:txBody>
          <a:bodyPr/>
          <a:lstStyle/>
          <a:p>
            <a:fld id="{5FD82745-31E7-4681-8C23-44ABB74E48AC}" type="datetimeFigureOut">
              <a:rPr lang="en-US" smtClean="0"/>
              <a:t>10/24/2022</a:t>
            </a:fld>
            <a:endParaRPr lang="en-US"/>
          </a:p>
        </p:txBody>
      </p:sp>
      <p:sp>
        <p:nvSpPr>
          <p:cNvPr id="5" name="Footer Placeholder 4">
            <a:extLst>
              <a:ext uri="{FF2B5EF4-FFF2-40B4-BE49-F238E27FC236}">
                <a16:creationId xmlns:a16="http://schemas.microsoft.com/office/drawing/2014/main" id="{E2CD47CB-821C-FF20-189E-225EBF354A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E933D4-B7BA-5553-D1DF-002C222A5C7B}"/>
              </a:ext>
            </a:extLst>
          </p:cNvPr>
          <p:cNvSpPr>
            <a:spLocks noGrp="1"/>
          </p:cNvSpPr>
          <p:nvPr>
            <p:ph type="sldNum" sz="quarter" idx="12"/>
          </p:nvPr>
        </p:nvSpPr>
        <p:spPr/>
        <p:txBody>
          <a:bodyPr/>
          <a:lstStyle/>
          <a:p>
            <a:fld id="{E3F5BE01-2632-4419-8FE6-6880CC1B65C2}" type="slidenum">
              <a:rPr lang="en-US" smtClean="0"/>
              <a:t>‹#›</a:t>
            </a:fld>
            <a:endParaRPr lang="en-US"/>
          </a:p>
        </p:txBody>
      </p:sp>
    </p:spTree>
    <p:extLst>
      <p:ext uri="{BB962C8B-B14F-4D97-AF65-F5344CB8AC3E}">
        <p14:creationId xmlns:p14="http://schemas.microsoft.com/office/powerpoint/2010/main" val="2210294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0BF2AD-78C9-82F7-5766-2088258E297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CB1873-EB36-E247-51E0-B462EE2CE3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2D40AD-B321-0D4F-D09E-1D5580D1A340}"/>
              </a:ext>
            </a:extLst>
          </p:cNvPr>
          <p:cNvSpPr>
            <a:spLocks noGrp="1"/>
          </p:cNvSpPr>
          <p:nvPr>
            <p:ph type="dt" sz="half" idx="10"/>
          </p:nvPr>
        </p:nvSpPr>
        <p:spPr/>
        <p:txBody>
          <a:bodyPr/>
          <a:lstStyle/>
          <a:p>
            <a:fld id="{5FD82745-31E7-4681-8C23-44ABB74E48AC}" type="datetimeFigureOut">
              <a:rPr lang="en-US" smtClean="0"/>
              <a:t>10/24/2022</a:t>
            </a:fld>
            <a:endParaRPr lang="en-US"/>
          </a:p>
        </p:txBody>
      </p:sp>
      <p:sp>
        <p:nvSpPr>
          <p:cNvPr id="5" name="Footer Placeholder 4">
            <a:extLst>
              <a:ext uri="{FF2B5EF4-FFF2-40B4-BE49-F238E27FC236}">
                <a16:creationId xmlns:a16="http://schemas.microsoft.com/office/drawing/2014/main" id="{4E323679-861B-E599-19A6-BCD3BBA681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09C1F4-0065-FDFC-7CD9-658F0C61BC12}"/>
              </a:ext>
            </a:extLst>
          </p:cNvPr>
          <p:cNvSpPr>
            <a:spLocks noGrp="1"/>
          </p:cNvSpPr>
          <p:nvPr>
            <p:ph type="sldNum" sz="quarter" idx="12"/>
          </p:nvPr>
        </p:nvSpPr>
        <p:spPr/>
        <p:txBody>
          <a:bodyPr/>
          <a:lstStyle/>
          <a:p>
            <a:fld id="{E3F5BE01-2632-4419-8FE6-6880CC1B65C2}" type="slidenum">
              <a:rPr lang="en-US" smtClean="0"/>
              <a:t>‹#›</a:t>
            </a:fld>
            <a:endParaRPr lang="en-US"/>
          </a:p>
        </p:txBody>
      </p:sp>
    </p:spTree>
    <p:extLst>
      <p:ext uri="{BB962C8B-B14F-4D97-AF65-F5344CB8AC3E}">
        <p14:creationId xmlns:p14="http://schemas.microsoft.com/office/powerpoint/2010/main" val="1332442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FBA58F-3B87-DFE6-EF58-E9B3AA1DA4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079518-1F0A-F1C2-F651-67AEC983C9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348BD8-23D9-A10F-40DA-709EBEC662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D82745-31E7-4681-8C23-44ABB74E48AC}" type="datetimeFigureOut">
              <a:rPr lang="en-US" smtClean="0"/>
              <a:t>10/24/2022</a:t>
            </a:fld>
            <a:endParaRPr lang="en-US"/>
          </a:p>
        </p:txBody>
      </p:sp>
      <p:sp>
        <p:nvSpPr>
          <p:cNvPr id="5" name="Footer Placeholder 4">
            <a:extLst>
              <a:ext uri="{FF2B5EF4-FFF2-40B4-BE49-F238E27FC236}">
                <a16:creationId xmlns:a16="http://schemas.microsoft.com/office/drawing/2014/main" id="{A13A6AD7-42E6-C51F-1A14-B05FB0D189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CDEF3C4-5724-6766-917C-483DF704E0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F5BE01-2632-4419-8FE6-6880CC1B65C2}" type="slidenum">
              <a:rPr lang="en-US" smtClean="0"/>
              <a:t>‹#›</a:t>
            </a:fld>
            <a:endParaRPr lang="en-US"/>
          </a:p>
        </p:txBody>
      </p:sp>
    </p:spTree>
    <p:extLst>
      <p:ext uri="{BB962C8B-B14F-4D97-AF65-F5344CB8AC3E}">
        <p14:creationId xmlns:p14="http://schemas.microsoft.com/office/powerpoint/2010/main" val="1588949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F3126-205E-567D-0B7F-4263A2C112C1}"/>
              </a:ext>
            </a:extLst>
          </p:cNvPr>
          <p:cNvSpPr>
            <a:spLocks noGrp="1"/>
          </p:cNvSpPr>
          <p:nvPr>
            <p:ph type="ctrTitle"/>
          </p:nvPr>
        </p:nvSpPr>
        <p:spPr/>
        <p:txBody>
          <a:bodyPr/>
          <a:lstStyle/>
          <a:p>
            <a:r>
              <a:rPr lang="en-US" dirty="0"/>
              <a:t>SUPPORT</a:t>
            </a:r>
          </a:p>
        </p:txBody>
      </p:sp>
      <p:sp>
        <p:nvSpPr>
          <p:cNvPr id="3" name="Subtitle 2">
            <a:extLst>
              <a:ext uri="{FF2B5EF4-FFF2-40B4-BE49-F238E27FC236}">
                <a16:creationId xmlns:a16="http://schemas.microsoft.com/office/drawing/2014/main" id="{E3829E83-98CA-D63D-2261-4E6598E36E9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22503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018B5-A5D0-FF31-57F6-4D5EAF6136B4}"/>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A87D49F4-20AC-258E-4BD9-CF91FF9A66F9}"/>
              </a:ext>
            </a:extLst>
          </p:cNvPr>
          <p:cNvSpPr>
            <a:spLocks noGrp="1"/>
          </p:cNvSpPr>
          <p:nvPr>
            <p:ph idx="1"/>
          </p:nvPr>
        </p:nvSpPr>
        <p:spPr/>
        <p:txBody>
          <a:bodyPr/>
          <a:lstStyle/>
          <a:p>
            <a:r>
              <a:rPr lang="en-US" dirty="0"/>
              <a:t>Process</a:t>
            </a:r>
          </a:p>
          <a:p>
            <a:r>
              <a:rPr lang="en-US" dirty="0"/>
              <a:t>Competence</a:t>
            </a:r>
          </a:p>
          <a:p>
            <a:r>
              <a:rPr lang="en-US" dirty="0"/>
              <a:t>Training and Awareness</a:t>
            </a:r>
          </a:p>
          <a:p>
            <a:r>
              <a:rPr lang="en-US" dirty="0"/>
              <a:t>Infrastructure</a:t>
            </a:r>
          </a:p>
          <a:p>
            <a:r>
              <a:rPr lang="en-US" dirty="0"/>
              <a:t>Work Environment</a:t>
            </a:r>
          </a:p>
          <a:p>
            <a:r>
              <a:rPr lang="en-US" dirty="0"/>
              <a:t>Opportunities and Risks</a:t>
            </a:r>
          </a:p>
        </p:txBody>
      </p:sp>
    </p:spTree>
    <p:extLst>
      <p:ext uri="{BB962C8B-B14F-4D97-AF65-F5344CB8AC3E}">
        <p14:creationId xmlns:p14="http://schemas.microsoft.com/office/powerpoint/2010/main" val="1498559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C2F0B-1090-88C2-F69B-A25D65C7C48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468C76-C9EF-00F6-1E81-273607B2900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17437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86A97-F4AC-7EB8-51D4-447F53F03097}"/>
              </a:ext>
            </a:extLst>
          </p:cNvPr>
          <p:cNvSpPr>
            <a:spLocks noGrp="1"/>
          </p:cNvSpPr>
          <p:nvPr>
            <p:ph type="title"/>
          </p:nvPr>
        </p:nvSpPr>
        <p:spPr/>
        <p:txBody>
          <a:bodyPr/>
          <a:lstStyle/>
          <a:p>
            <a:pPr algn="ctr"/>
            <a:endParaRPr lang="en-US" dirty="0"/>
          </a:p>
        </p:txBody>
      </p:sp>
      <p:sp>
        <p:nvSpPr>
          <p:cNvPr id="3" name="Content Placeholder 2">
            <a:extLst>
              <a:ext uri="{FF2B5EF4-FFF2-40B4-BE49-F238E27FC236}">
                <a16:creationId xmlns:a16="http://schemas.microsoft.com/office/drawing/2014/main" id="{CC153E18-DB56-C0BD-8953-4F81C6F0BB5E}"/>
              </a:ext>
            </a:extLst>
          </p:cNvPr>
          <p:cNvSpPr>
            <a:spLocks noGrp="1"/>
          </p:cNvSpPr>
          <p:nvPr>
            <p:ph idx="1"/>
          </p:nvPr>
        </p:nvSpPr>
        <p:spPr/>
        <p:txBody>
          <a:bodyPr>
            <a:normAutofit/>
          </a:bodyPr>
          <a:lstStyle/>
          <a:p>
            <a:r>
              <a:rPr lang="en-US" dirty="0"/>
              <a:t>9001</a:t>
            </a:r>
          </a:p>
          <a:p>
            <a:r>
              <a:rPr lang="en-US" dirty="0"/>
              <a:t>Support</a:t>
            </a:r>
          </a:p>
          <a:p>
            <a:r>
              <a:rPr lang="en-US" dirty="0"/>
              <a:t>13485</a:t>
            </a:r>
          </a:p>
          <a:p>
            <a:r>
              <a:rPr lang="en-US" dirty="0"/>
              <a:t>6.1	Provision of resources</a:t>
            </a:r>
          </a:p>
          <a:p>
            <a:r>
              <a:rPr lang="en-US" dirty="0"/>
              <a:t>6.2	Human resources</a:t>
            </a:r>
          </a:p>
          <a:p>
            <a:r>
              <a:rPr lang="en-US" dirty="0"/>
              <a:t>6.3	Infrastructure</a:t>
            </a:r>
          </a:p>
          <a:p>
            <a:r>
              <a:rPr lang="en-US" dirty="0"/>
              <a:t>6.4	Work environment and contamination control</a:t>
            </a:r>
          </a:p>
        </p:txBody>
      </p:sp>
    </p:spTree>
    <p:extLst>
      <p:ext uri="{BB962C8B-B14F-4D97-AF65-F5344CB8AC3E}">
        <p14:creationId xmlns:p14="http://schemas.microsoft.com/office/powerpoint/2010/main" val="2719001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1C125-59E4-04CA-56B3-4D90019AAB8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4B1D0DA-B186-1D38-50C1-5CF8B551DCE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77224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59ADB-9EA1-7645-C5FB-C779B125E483}"/>
              </a:ext>
            </a:extLst>
          </p:cNvPr>
          <p:cNvSpPr>
            <a:spLocks noGrp="1"/>
          </p:cNvSpPr>
          <p:nvPr>
            <p:ph type="title"/>
          </p:nvPr>
        </p:nvSpPr>
        <p:spPr/>
        <p:txBody>
          <a:bodyPr/>
          <a:lstStyle/>
          <a:p>
            <a:pPr algn="ctr"/>
            <a:r>
              <a:rPr lang="en-US" dirty="0"/>
              <a:t>Process</a:t>
            </a:r>
          </a:p>
        </p:txBody>
      </p:sp>
      <p:sp>
        <p:nvSpPr>
          <p:cNvPr id="3" name="Content Placeholder 2">
            <a:extLst>
              <a:ext uri="{FF2B5EF4-FFF2-40B4-BE49-F238E27FC236}">
                <a16:creationId xmlns:a16="http://schemas.microsoft.com/office/drawing/2014/main" id="{66EF149A-6442-911E-75C2-16AA796D79EA}"/>
              </a:ext>
            </a:extLst>
          </p:cNvPr>
          <p:cNvSpPr>
            <a:spLocks noGrp="1"/>
          </p:cNvSpPr>
          <p:nvPr>
            <p:ph idx="1"/>
          </p:nvPr>
        </p:nvSpPr>
        <p:spPr/>
        <p:txBody>
          <a:bodyPr/>
          <a:lstStyle/>
          <a:p>
            <a:r>
              <a:rPr lang="en-US" dirty="0"/>
              <a:t>1.	Techno-Aide ensures that personnel performing work affecting conformity to product requirements are competent based on appropriate education, training, skills, and experience.  Conformity to product requirements can be affected directly or indirectly by personnel performing any task within the ERP.</a:t>
            </a:r>
          </a:p>
          <a:p>
            <a:r>
              <a:rPr lang="en-US" dirty="0"/>
              <a:t>2.	Human Resource management processes are directed by Techno-Aide. </a:t>
            </a:r>
          </a:p>
        </p:txBody>
      </p:sp>
    </p:spTree>
    <p:extLst>
      <p:ext uri="{BB962C8B-B14F-4D97-AF65-F5344CB8AC3E}">
        <p14:creationId xmlns:p14="http://schemas.microsoft.com/office/powerpoint/2010/main" val="4006551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8C6C6-5647-44CA-6B20-38155E90A8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AB1ED00-9430-9277-BE88-1738A9BC812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814025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F20A5-1EE5-DAFE-4A18-4F03D03D82C9}"/>
              </a:ext>
            </a:extLst>
          </p:cNvPr>
          <p:cNvSpPr>
            <a:spLocks noGrp="1"/>
          </p:cNvSpPr>
          <p:nvPr>
            <p:ph type="title"/>
          </p:nvPr>
        </p:nvSpPr>
        <p:spPr/>
        <p:txBody>
          <a:bodyPr/>
          <a:lstStyle/>
          <a:p>
            <a:pPr algn="ctr"/>
            <a:r>
              <a:rPr lang="en-US" dirty="0"/>
              <a:t>Competence</a:t>
            </a:r>
          </a:p>
        </p:txBody>
      </p:sp>
      <p:sp>
        <p:nvSpPr>
          <p:cNvPr id="3" name="Content Placeholder 2">
            <a:extLst>
              <a:ext uri="{FF2B5EF4-FFF2-40B4-BE49-F238E27FC236}">
                <a16:creationId xmlns:a16="http://schemas.microsoft.com/office/drawing/2014/main" id="{81ADD6B0-6951-4429-08B1-06EF8F7969D1}"/>
              </a:ext>
            </a:extLst>
          </p:cNvPr>
          <p:cNvSpPr>
            <a:spLocks noGrp="1"/>
          </p:cNvSpPr>
          <p:nvPr>
            <p:ph idx="1"/>
          </p:nvPr>
        </p:nvSpPr>
        <p:spPr/>
        <p:txBody>
          <a:bodyPr>
            <a:normAutofit fontScale="92500"/>
          </a:bodyPr>
          <a:lstStyle/>
          <a:p>
            <a:r>
              <a:rPr lang="en-US" dirty="0"/>
              <a:t>1.	Techno-Aide is responsible to:</a:t>
            </a:r>
          </a:p>
          <a:p>
            <a:r>
              <a:rPr lang="en-US" dirty="0"/>
              <a:t>Determine the necessary competence for personnel performing work affecting conformity to product requirements</a:t>
            </a:r>
          </a:p>
          <a:p>
            <a:r>
              <a:rPr lang="en-US" dirty="0"/>
              <a:t>Where applicable, provide training or take other actions to achieve the necessary competence</a:t>
            </a:r>
          </a:p>
          <a:p>
            <a:r>
              <a:rPr lang="en-US" dirty="0"/>
              <a:t>Evaluate the effectiveness of the actions taken</a:t>
            </a:r>
          </a:p>
          <a:p>
            <a:r>
              <a:rPr lang="en-US" dirty="0"/>
              <a:t>Ensure that its personnel are aware of the relevance and importance of their activities and how they contribute to the achievement of the quality objectives</a:t>
            </a:r>
          </a:p>
          <a:p>
            <a:r>
              <a:rPr lang="en-US" dirty="0"/>
              <a:t>Maintain appropriate records of education, training, skills, and experience</a:t>
            </a:r>
          </a:p>
        </p:txBody>
      </p:sp>
    </p:spTree>
    <p:extLst>
      <p:ext uri="{BB962C8B-B14F-4D97-AF65-F5344CB8AC3E}">
        <p14:creationId xmlns:p14="http://schemas.microsoft.com/office/powerpoint/2010/main" val="3361285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572C7-A19A-B4BB-3D2D-9E67D2E937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4F26E12-B900-54E5-6CB7-9716306B528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08745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09836-30AC-DBD3-B4A2-A94FA4B83AC3}"/>
              </a:ext>
            </a:extLst>
          </p:cNvPr>
          <p:cNvSpPr>
            <a:spLocks noGrp="1"/>
          </p:cNvSpPr>
          <p:nvPr>
            <p:ph type="title"/>
          </p:nvPr>
        </p:nvSpPr>
        <p:spPr/>
        <p:txBody>
          <a:bodyPr/>
          <a:lstStyle/>
          <a:p>
            <a:pPr algn="ctr"/>
            <a:r>
              <a:rPr lang="en-US" dirty="0"/>
              <a:t>Training and Awareness</a:t>
            </a:r>
          </a:p>
        </p:txBody>
      </p:sp>
      <p:sp>
        <p:nvSpPr>
          <p:cNvPr id="3" name="Content Placeholder 2">
            <a:extLst>
              <a:ext uri="{FF2B5EF4-FFF2-40B4-BE49-F238E27FC236}">
                <a16:creationId xmlns:a16="http://schemas.microsoft.com/office/drawing/2014/main" id="{839AB95F-BF5C-C854-F1A5-270D6CF1D045}"/>
              </a:ext>
            </a:extLst>
          </p:cNvPr>
          <p:cNvSpPr>
            <a:spLocks noGrp="1"/>
          </p:cNvSpPr>
          <p:nvPr>
            <p:ph idx="1"/>
          </p:nvPr>
        </p:nvSpPr>
        <p:spPr/>
        <p:txBody>
          <a:bodyPr/>
          <a:lstStyle/>
          <a:p>
            <a:r>
              <a:rPr lang="en-US" dirty="0"/>
              <a:t>Each department accomplishes employee competence, training, and awareness in accordance the Procedure for Competence &amp; Awareness.</a:t>
            </a:r>
          </a:p>
          <a:p>
            <a:r>
              <a:rPr lang="en-US" dirty="0"/>
              <a:t>Personnel performing work affecting product quality shall be competent based on appropriate education, training, skills, and experience.</a:t>
            </a:r>
          </a:p>
        </p:txBody>
      </p:sp>
    </p:spTree>
    <p:extLst>
      <p:ext uri="{BB962C8B-B14F-4D97-AF65-F5344CB8AC3E}">
        <p14:creationId xmlns:p14="http://schemas.microsoft.com/office/powerpoint/2010/main" val="3371058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363B9-3881-EF68-5A74-92F4A149CB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B510CB-4755-9D4D-37BF-006300B2E3B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75919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8BBA8-606C-430F-6810-2B49D671EE33}"/>
              </a:ext>
            </a:extLst>
          </p:cNvPr>
          <p:cNvSpPr>
            <a:spLocks noGrp="1"/>
          </p:cNvSpPr>
          <p:nvPr>
            <p:ph type="title"/>
          </p:nvPr>
        </p:nvSpPr>
        <p:spPr/>
        <p:txBody>
          <a:bodyPr/>
          <a:lstStyle/>
          <a:p>
            <a:pPr algn="ctr"/>
            <a:r>
              <a:rPr lang="en-US" dirty="0"/>
              <a:t>Infrastructure</a:t>
            </a:r>
          </a:p>
        </p:txBody>
      </p:sp>
      <p:sp>
        <p:nvSpPr>
          <p:cNvPr id="3" name="Content Placeholder 2">
            <a:extLst>
              <a:ext uri="{FF2B5EF4-FFF2-40B4-BE49-F238E27FC236}">
                <a16:creationId xmlns:a16="http://schemas.microsoft.com/office/drawing/2014/main" id="{4CDD4505-B381-888A-66D5-5301B11087D1}"/>
              </a:ext>
            </a:extLst>
          </p:cNvPr>
          <p:cNvSpPr>
            <a:spLocks noGrp="1"/>
          </p:cNvSpPr>
          <p:nvPr>
            <p:ph idx="1"/>
          </p:nvPr>
        </p:nvSpPr>
        <p:spPr/>
        <p:txBody>
          <a:bodyPr/>
          <a:lstStyle/>
          <a:p>
            <a:r>
              <a:rPr lang="en-US" dirty="0"/>
              <a:t>1.	Techno-Aide provides and maintains the infrastructure needed to achieve conformity to product requirements. This includes, as applicable:</a:t>
            </a:r>
          </a:p>
          <a:p>
            <a:r>
              <a:rPr lang="en-US" dirty="0"/>
              <a:t>•	Buildings, workspace, and associated utilities, including safety and security</a:t>
            </a:r>
          </a:p>
          <a:p>
            <a:r>
              <a:rPr lang="en-US" dirty="0"/>
              <a:t>•	Process equipment and data processing equipment (both hardware and software)</a:t>
            </a:r>
          </a:p>
          <a:p>
            <a:r>
              <a:rPr lang="en-US" dirty="0"/>
              <a:t>•	Supporting services (such as transport, communication, maintenance, or information systems)</a:t>
            </a:r>
          </a:p>
        </p:txBody>
      </p:sp>
    </p:spTree>
    <p:extLst>
      <p:ext uri="{BB962C8B-B14F-4D97-AF65-F5344CB8AC3E}">
        <p14:creationId xmlns:p14="http://schemas.microsoft.com/office/powerpoint/2010/main" val="340419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6C8CB-DFB4-641B-C92C-8568115E3CB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14A8BEA-C369-F59A-9F8F-97D755F2DB1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68816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810FF-F330-BC8B-ACB7-B21750B265D9}"/>
              </a:ext>
            </a:extLst>
          </p:cNvPr>
          <p:cNvSpPr>
            <a:spLocks noGrp="1"/>
          </p:cNvSpPr>
          <p:nvPr>
            <p:ph type="title"/>
          </p:nvPr>
        </p:nvSpPr>
        <p:spPr/>
        <p:txBody>
          <a:bodyPr/>
          <a:lstStyle/>
          <a:p>
            <a:pPr algn="ctr"/>
            <a:r>
              <a:rPr lang="en-US" dirty="0"/>
              <a:t>Work Environment</a:t>
            </a:r>
          </a:p>
        </p:txBody>
      </p:sp>
      <p:sp>
        <p:nvSpPr>
          <p:cNvPr id="3" name="Content Placeholder 2">
            <a:extLst>
              <a:ext uri="{FF2B5EF4-FFF2-40B4-BE49-F238E27FC236}">
                <a16:creationId xmlns:a16="http://schemas.microsoft.com/office/drawing/2014/main" id="{BAB85AB0-86E2-75BE-8009-6DC3CC3F0A17}"/>
              </a:ext>
            </a:extLst>
          </p:cNvPr>
          <p:cNvSpPr>
            <a:spLocks noGrp="1"/>
          </p:cNvSpPr>
          <p:nvPr>
            <p:ph idx="1"/>
          </p:nvPr>
        </p:nvSpPr>
        <p:spPr/>
        <p:txBody>
          <a:bodyPr/>
          <a:lstStyle/>
          <a:p>
            <a:r>
              <a:rPr lang="en-US" dirty="0"/>
              <a:t>1.	Techno-Aide determines and manages the work environment needed to achieve conformity to product requirements. This includes: </a:t>
            </a:r>
          </a:p>
          <a:p>
            <a:r>
              <a:rPr lang="en-US" dirty="0"/>
              <a:t>•	Factors such as noise, temperature, humidity, lighting, weather, cleanliness, and protection from electrostatic discharge</a:t>
            </a:r>
          </a:p>
          <a:p>
            <a:r>
              <a:rPr lang="en-US" dirty="0"/>
              <a:t>•	Compliance with personnel safety and environmental regulations</a:t>
            </a:r>
          </a:p>
        </p:txBody>
      </p:sp>
    </p:spTree>
    <p:extLst>
      <p:ext uri="{BB962C8B-B14F-4D97-AF65-F5344CB8AC3E}">
        <p14:creationId xmlns:p14="http://schemas.microsoft.com/office/powerpoint/2010/main" val="3704218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B16D1-0F92-7159-9013-0BEA800346F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7F91411-BAC7-F789-4C9C-EFAA9B08DFC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89662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2F384-FED6-480A-C690-39CF379D6BCE}"/>
              </a:ext>
            </a:extLst>
          </p:cNvPr>
          <p:cNvSpPr>
            <a:spLocks noGrp="1"/>
          </p:cNvSpPr>
          <p:nvPr>
            <p:ph type="title"/>
          </p:nvPr>
        </p:nvSpPr>
        <p:spPr/>
        <p:txBody>
          <a:bodyPr/>
          <a:lstStyle/>
          <a:p>
            <a:pPr algn="ctr"/>
            <a:r>
              <a:rPr lang="en-US" dirty="0"/>
              <a:t>Opportunities and Risks</a:t>
            </a:r>
          </a:p>
        </p:txBody>
      </p:sp>
      <p:sp>
        <p:nvSpPr>
          <p:cNvPr id="3" name="Content Placeholder 2">
            <a:extLst>
              <a:ext uri="{FF2B5EF4-FFF2-40B4-BE49-F238E27FC236}">
                <a16:creationId xmlns:a16="http://schemas.microsoft.com/office/drawing/2014/main" id="{A988DA37-342D-22F0-E133-16303641E02D}"/>
              </a:ext>
            </a:extLst>
          </p:cNvPr>
          <p:cNvSpPr>
            <a:spLocks noGrp="1"/>
          </p:cNvSpPr>
          <p:nvPr>
            <p:ph idx="1"/>
          </p:nvPr>
        </p:nvSpPr>
        <p:spPr/>
        <p:txBody>
          <a:bodyPr>
            <a:normAutofit/>
          </a:bodyPr>
          <a:lstStyle/>
          <a:p>
            <a:r>
              <a:rPr lang="en-US" dirty="0"/>
              <a:t>This procedure addresses opportunities and risks (risk-based thinking). </a:t>
            </a:r>
          </a:p>
          <a:p>
            <a:r>
              <a:rPr lang="en-US" dirty="0"/>
              <a:t>Techno-Aide makes use of organizational knowledge, lessons learned and experience with the Planning of the QMS activities to determine opportunities and risks that need to be addressed and which can: </a:t>
            </a:r>
          </a:p>
          <a:p>
            <a:pPr lvl="1"/>
            <a:r>
              <a:rPr lang="en-US" dirty="0"/>
              <a:t>Give assurance that the procedure can achieve its intended result(s).</a:t>
            </a:r>
          </a:p>
          <a:p>
            <a:pPr lvl="1"/>
            <a:r>
              <a:rPr lang="en-US" dirty="0"/>
              <a:t>Enhance desirable effects.</a:t>
            </a:r>
          </a:p>
          <a:p>
            <a:pPr lvl="1"/>
            <a:r>
              <a:rPr lang="en-US" dirty="0"/>
              <a:t>Prevent or reduce undesired effects.</a:t>
            </a:r>
          </a:p>
          <a:p>
            <a:pPr lvl="1"/>
            <a:r>
              <a:rPr lang="en-US" dirty="0"/>
              <a:t>Achieve improvement. </a:t>
            </a:r>
          </a:p>
          <a:p>
            <a:r>
              <a:rPr lang="en-US" dirty="0"/>
              <a:t>Whenever necessary, this information is documented.</a:t>
            </a:r>
          </a:p>
        </p:txBody>
      </p:sp>
    </p:spTree>
    <p:extLst>
      <p:ext uri="{BB962C8B-B14F-4D97-AF65-F5344CB8AC3E}">
        <p14:creationId xmlns:p14="http://schemas.microsoft.com/office/powerpoint/2010/main" val="2611812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0D663-C717-4CA1-CACD-5B301DCC9B3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FE2BC11-CCC4-1657-D842-30FC637487C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53108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E977E-1D93-45D4-389A-C6175687C055}"/>
              </a:ext>
            </a:extLst>
          </p:cNvPr>
          <p:cNvSpPr>
            <a:spLocks noGrp="1"/>
          </p:cNvSpPr>
          <p:nvPr>
            <p:ph type="title"/>
          </p:nvPr>
        </p:nvSpPr>
        <p:spPr/>
        <p:txBody>
          <a:bodyPr/>
          <a:lstStyle/>
          <a:p>
            <a:pPr algn="ctr"/>
            <a:r>
              <a:rPr lang="en-US" dirty="0"/>
              <a:t>INFRASTRUCTURE</a:t>
            </a:r>
          </a:p>
        </p:txBody>
      </p:sp>
      <p:sp>
        <p:nvSpPr>
          <p:cNvPr id="3" name="Content Placeholder 2">
            <a:extLst>
              <a:ext uri="{FF2B5EF4-FFF2-40B4-BE49-F238E27FC236}">
                <a16:creationId xmlns:a16="http://schemas.microsoft.com/office/drawing/2014/main" id="{C308C4E4-BB91-6701-0BA2-3F495F4E54C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7974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9154D-5C19-767E-B3B5-D40D054D58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12DD766-04F6-5F5A-8D17-E88D2858067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95749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17555-4259-79FC-03BE-A05F2F15DD3F}"/>
              </a:ext>
            </a:extLst>
          </p:cNvPr>
          <p:cNvSpPr>
            <a:spLocks noGrp="1"/>
          </p:cNvSpPr>
          <p:nvPr>
            <p:ph type="title"/>
          </p:nvPr>
        </p:nvSpPr>
        <p:spPr/>
        <p:txBody>
          <a:bodyPr>
            <a:normAutofit/>
          </a:bodyPr>
          <a:lstStyle/>
          <a:p>
            <a:pPr algn="ctr"/>
            <a:r>
              <a:rPr lang="en-US" dirty="0"/>
              <a:t>WORK ENVIRONMENT AND CONTAMINATION CONTROL</a:t>
            </a:r>
          </a:p>
        </p:txBody>
      </p:sp>
      <p:sp>
        <p:nvSpPr>
          <p:cNvPr id="3" name="Content Placeholder 2">
            <a:extLst>
              <a:ext uri="{FF2B5EF4-FFF2-40B4-BE49-F238E27FC236}">
                <a16:creationId xmlns:a16="http://schemas.microsoft.com/office/drawing/2014/main" id="{05319A42-432C-F749-E062-63F789A42A8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44245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D937D-4B67-8088-14C2-DDA357F7FC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C80830C-11B5-DF95-E212-84777B096CB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84796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58FD9-45B0-4BDC-8778-67694B5BA238}"/>
              </a:ext>
            </a:extLst>
          </p:cNvPr>
          <p:cNvSpPr>
            <a:spLocks noGrp="1"/>
          </p:cNvSpPr>
          <p:nvPr>
            <p:ph type="title"/>
          </p:nvPr>
        </p:nvSpPr>
        <p:spPr/>
        <p:txBody>
          <a:bodyPr/>
          <a:lstStyle/>
          <a:p>
            <a:pPr algn="ctr"/>
            <a:r>
              <a:rPr lang="en-US" dirty="0"/>
              <a:t>WORK ENVIRONMENT</a:t>
            </a:r>
            <a:br>
              <a:rPr lang="en-US" dirty="0"/>
            </a:br>
            <a:endParaRPr lang="en-US" dirty="0"/>
          </a:p>
        </p:txBody>
      </p:sp>
      <p:sp>
        <p:nvSpPr>
          <p:cNvPr id="3" name="Content Placeholder 2">
            <a:extLst>
              <a:ext uri="{FF2B5EF4-FFF2-40B4-BE49-F238E27FC236}">
                <a16:creationId xmlns:a16="http://schemas.microsoft.com/office/drawing/2014/main" id="{4DAF892B-9115-DD7F-B378-AD64FDE0AEB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09594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B5459-8C36-E3BB-E1CF-AC8958CAEA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9BFEE7-7AA2-74B9-23D6-DB7AE63BA24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03982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31B98-8A4A-6959-232A-5995301D4F48}"/>
              </a:ext>
            </a:extLst>
          </p:cNvPr>
          <p:cNvSpPr>
            <a:spLocks noGrp="1"/>
          </p:cNvSpPr>
          <p:nvPr>
            <p:ph type="title"/>
          </p:nvPr>
        </p:nvSpPr>
        <p:spPr/>
        <p:txBody>
          <a:bodyPr/>
          <a:lstStyle/>
          <a:p>
            <a:pPr algn="ctr"/>
            <a:r>
              <a:rPr lang="en-US" dirty="0"/>
              <a:t>CONTAMINATION CONTROL</a:t>
            </a:r>
          </a:p>
        </p:txBody>
      </p:sp>
      <p:sp>
        <p:nvSpPr>
          <p:cNvPr id="3" name="Content Placeholder 2">
            <a:extLst>
              <a:ext uri="{FF2B5EF4-FFF2-40B4-BE49-F238E27FC236}">
                <a16:creationId xmlns:a16="http://schemas.microsoft.com/office/drawing/2014/main" id="{0D93D593-1387-D45B-8005-8DE363FC649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82234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5908F-A35E-FF29-7A25-445622C841A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4145E4-5B14-6AC7-4009-A8028EB03BD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849090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20CC2-A023-F978-A645-80CA2284E20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4C81CFF-5448-40B5-BF79-5220F5368B1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363292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1780</TotalTime>
  <Words>431</Words>
  <Application>Microsoft Office PowerPoint</Application>
  <PresentationFormat>Widescreen</PresentationFormat>
  <Paragraphs>49</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SUPPORT</vt:lpstr>
      <vt:lpstr>AGENDA</vt:lpstr>
      <vt:lpstr>PowerPoint Presentation</vt:lpstr>
      <vt:lpstr>PowerPoint Presentation</vt:lpstr>
      <vt:lpstr>PowerPoint Presentation</vt:lpstr>
      <vt:lpstr>Process</vt:lpstr>
      <vt:lpstr>PowerPoint Presentation</vt:lpstr>
      <vt:lpstr>Competence</vt:lpstr>
      <vt:lpstr>PowerPoint Presentation</vt:lpstr>
      <vt:lpstr>Training and Awareness</vt:lpstr>
      <vt:lpstr>PowerPoint Presentation</vt:lpstr>
      <vt:lpstr>Infrastructure</vt:lpstr>
      <vt:lpstr>PowerPoint Presentation</vt:lpstr>
      <vt:lpstr>Work Environment</vt:lpstr>
      <vt:lpstr>PowerPoint Presentation</vt:lpstr>
      <vt:lpstr>Opportunities and Risks</vt:lpstr>
      <vt:lpstr>PowerPoint Presentation</vt:lpstr>
      <vt:lpstr>INFRASTRUCTURE</vt:lpstr>
      <vt:lpstr>PowerPoint Presentation</vt:lpstr>
      <vt:lpstr>WORK ENVIRONMENT AND CONTAMINATION CONTROL</vt:lpstr>
      <vt:lpstr>PowerPoint Presentation</vt:lpstr>
      <vt:lpstr>WORK ENVIRONMENT </vt:lpstr>
      <vt:lpstr>PowerPoint Presentation</vt:lpstr>
      <vt:lpstr>CONTAMINATION CONTROL</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dc:title>
  <dc:creator>Brian Olea</dc:creator>
  <cp:lastModifiedBy>Brian Olea</cp:lastModifiedBy>
  <cp:revision>14</cp:revision>
  <dcterms:created xsi:type="dcterms:W3CDTF">2022-10-23T18:16:37Z</dcterms:created>
  <dcterms:modified xsi:type="dcterms:W3CDTF">2022-10-25T02:49:47Z</dcterms:modified>
</cp:coreProperties>
</file>