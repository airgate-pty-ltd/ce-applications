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77EA-F5CE-6D5B-9CC3-48AA5FD4B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9F478-3A5F-4418-EDDA-4B95A5605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E170F-FEE0-BFEC-E72A-B960149E2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BAB17-9E95-5A9E-D15E-D98444268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BE0FD-E217-4618-E8A1-E42E7770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9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9B15C-11B0-B71C-F25C-08B6AD4F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628B8-7378-DC25-DBD3-F54ED822D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12D1F-C0D3-CA9A-1459-335F4678B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5F7C3-F272-C217-1DE3-18E47D43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66E88-B63B-3B6C-9530-5FFD9FE1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0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6B02-D185-B88C-1B90-C60E90B2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CCF7E-96E9-555F-01CF-A8E1BC5C8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3EE6F-49D1-87A8-FE3A-33AB3680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8E398-61C7-1061-37B0-6D4DF1BD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0F52A-CB34-41BB-D982-D1CDDD21A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9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E459-40D1-DB88-025C-B6F85048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7160-89B8-E4B5-39FC-C09885894B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7DD01-DF37-3690-7309-D991A77CE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BC170-4463-5BC1-B46E-848CBCB99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8735A-A3CA-B6FB-1AFB-F70E8F714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7EB45-FED1-A565-7AB7-6216AF65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1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2064-A4A7-A3B6-EB52-A5BC9583D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ACCB1-36E2-D51F-1D12-D8F8C4BC6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8B992-1ED3-5F16-A143-8018AAD15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4CD3E-0236-41D4-E64D-B83796AC4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E1EE27-3AF2-B45D-9EC2-77AFA2BB1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7E55F0-648A-EF5B-4918-0CCF470C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DE7BB5-F8CA-DF35-C9B3-240F0AD3F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3E61A-FA71-DF46-6A0D-1ED416E6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93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977F3-9833-77FE-AA28-701CF7EA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5ADF0-AD21-F228-7A61-803E2F820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35684-7B08-FA45-F216-9D3510E1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1AAFF-64FC-15C3-AA7D-40181E3A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2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D4E9AE-855C-8716-9422-652EDB282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7BDC6-116E-0562-35EE-26488E833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535CD-279A-2517-E01A-21306AAE2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49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8528-33BA-2783-BD65-646A92FA1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5D262-A1D2-F21B-E2B4-94D9B970A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A77AB-46C2-BCB2-3E3C-EC19DB04D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3B03F-D699-6BBE-3360-93FDA5F8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CE1EE-AFCC-10E5-5FE6-A931D440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A7C71-7836-2973-4391-052C08C79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40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032B-E682-16B1-3023-9B3815E6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B814AD-DB97-1DE6-ADDE-D56731DD0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4FB1D-8A09-E07B-3AFA-D2BA68FA7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10081-FD9A-F514-15E2-7175ECE3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3EF53-A6E5-1A74-7ADE-0C4A88EB5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302B1-CF95-052B-168C-857BF2119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2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650F-54F5-FD06-ED47-186AD7953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D994B-6392-19C5-ACC8-7EC873E78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02776-285D-EB9C-0EDE-66F9F7C9B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CA5E0-646A-800C-F6A0-F81C48FB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5933B-532E-E57F-7F87-52DA9B26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3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7F54-84C3-EFE5-560C-9CB9FB381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12E0C-DA55-1D6E-904B-4237C020C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59BEE-250C-E6C5-C5CB-D12DBB96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7A438-9D57-D064-1067-68E92C69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DA0FD-6186-489B-27B6-2AAC27C5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9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786318-BE2E-1C4A-8A5E-58CA21E6C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23EFC-CF83-B07D-51E5-7B3411F7E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3DF26-9BCF-0D67-01DE-77C13E510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96014-39F9-4B65-A7A3-94A2A8F1525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49F25-B833-5625-825C-EE04D5422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EE9BD-BB2C-81EC-2DCF-180869123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49C74-05D8-42CF-BEA8-0E5DDFC64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5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4F31-F51F-C409-92C9-F7838DE4B9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and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1E78D-DAE1-922A-A81A-37E50BED07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53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566C-45E8-11A7-A4F2-5FE0603A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C07B0-D7DC-1E19-990D-5A0E8C56A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48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9E14-B627-94AA-678D-6DCB80B01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FA223-4E58-8EAE-3B41-E35B6D784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96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DE831-B578-585E-312A-C1142437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B7B68-0D4A-50DA-85B9-E8F19F02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31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B6A8-B760-A191-ABA1-0BC50EF1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29690-CE98-5F0B-6989-1C3047719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35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7EC9-2D0A-692B-30EA-D95B6ABAF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B2844-0780-D38C-9D19-92298DC78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6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78DA-30A6-C9A2-93D6-37868DC78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C189-CD6B-4BA6-B4F1-1D624BC15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8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54B4F-5ED8-5DB2-58FC-F80684917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58B77-A1B2-498D-B183-2C3456FAF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52E4A-71B9-773D-008B-5C7630C2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7EB7A-4AA1-CDB7-946F-C2106C28B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1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EDF6-26B3-44ED-FBE2-EC11BA38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D4BE3-CF82-9436-C652-4F7F1EFA0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34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0A9C5-83E9-9ADB-8017-728A027B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6EE0D-A942-59D8-9960-9A0CD03E2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41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85B3A-EF15-3ACB-2A1D-41E62CA6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CA526-ECDE-0EBA-C819-F7006B566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08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E86E4-C54D-80A3-B46F-BEB0268D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DD60F-7957-DFB2-7C9A-B45C61E09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45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70635-34C8-E32E-EFF1-711BCAD86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F3D68-ABD8-8C3E-5C7B-010ADD3C8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49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D37DE-9E79-E9AC-3A2F-C3A8939E2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2356B-27D6-84BD-6FA5-8853B1235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36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F7F79-D385-C34C-47CB-47D2A815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732F1-DA2A-B387-2D37-527E4E477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8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B7AD-ADCB-8C39-A09C-561E080B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4F896-9651-91CE-704F-E8D3AA1B0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94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12BA-77A0-8677-7350-7E53FF55B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7BE6A-5AD1-1C53-30E4-F885A1DDC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95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Design and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</dc:title>
  <dc:creator>Brian Olea</dc:creator>
  <cp:lastModifiedBy>Brian Olea</cp:lastModifiedBy>
  <cp:revision>1</cp:revision>
  <dcterms:created xsi:type="dcterms:W3CDTF">2022-10-25T03:56:14Z</dcterms:created>
  <dcterms:modified xsi:type="dcterms:W3CDTF">2022-10-25T04:08:29Z</dcterms:modified>
</cp:coreProperties>
</file>