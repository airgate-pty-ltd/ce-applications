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76" d="100"/>
          <a:sy n="76" d="100"/>
        </p:scale>
        <p:origin x="72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DBA04-D231-B264-BDAC-0CCD0B6910F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056347-EDF3-486E-B2E0-6F8699EB63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F79F2E-359A-272B-20F9-18F560F8E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678AC0-FC5F-24EF-0AC0-3B24E7EDF5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E8FEA-78DD-5C72-988C-994BC4E9C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9005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3322-5CC2-C5AA-743E-66BC8FA61A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4140FC-83C0-F994-9854-C031004F4F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2188EE-0D08-BB5A-7090-ECBB501191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23B279-E447-4C7F-790E-C893E684DC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E3616D-E241-2E71-7571-273B577B6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87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A7328A-0375-B2CB-154E-5CB4D9DCAA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298C93-EDF6-C453-5250-071D5D8D2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C8FB6D-6CD1-9576-D7BE-CCEF037965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8513A1-E6F4-C415-5E25-23F6E1C55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F392BA-A6EF-6362-30F2-443D0870B5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0421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78EB6-74CC-064A-21BE-D83A1AD73E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578CB-EE5F-3ECB-0055-04FB330E91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ABD3D2F-B586-52FF-F655-3F38A9B93E7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784510-3C48-C525-01B7-FE61A3D01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A83939E-D144-AB1B-4005-D9410A7B3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AEA0E8-AF88-5BED-F584-732E3BB92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1683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8E57E-D7B7-A301-FFD1-A1278ADE4B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56CB01-2C98-9A54-B748-419AC1373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54132E-12E7-EF10-176F-257BDC294B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CD19B3F-A0F4-D9AA-1CF0-D07F74FEE14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46699-CF86-0B12-C97D-8D8A430E5CA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1E31F88-9C9F-041F-6F40-FFEAC6F21A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5DF6D7F-E232-D41A-678B-82B6B8394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1F3AA35-5E7B-BC19-D115-2EB352CE2C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035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655249-FF24-701A-4537-EAFC214B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187A00-1D5B-7AA6-5951-AC5CEDFC12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AAF512-7942-B9F4-AD46-4B57F9634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1710D9-932D-25AA-9814-1207176B6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0919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578EE64-8A39-C1F6-6804-7104D8E40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15BB98F-4E24-00A4-198B-98D40AE936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4C42A2-6437-88DF-739D-649CC0D23C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1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B85522-5614-3D41-501D-1B3AA2EA9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B13370-7B3B-06D2-7A26-C6CB5020A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701801-EC4D-D734-A22A-6716FDE3AB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7BE63F-9E7B-74F4-4FD2-2FD18D2B4E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D72100-11A0-22BB-BCAB-5FC39F6020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C61F38-6363-C2A0-2C3E-EDEF2AD0E4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0850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50737-5EF6-1179-F9B8-D36EA408D5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46AACD5-E125-B9DA-F523-841A73D48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9D09AB-C305-FBF9-7AE8-1C9D06E998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C04B1B-1D48-2FEB-E3EC-3941DA150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C7E6BF-093C-C497-CE13-AC5DF3032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133E0D-77F0-5AAD-5FC0-7F0132705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21754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E53A42-748D-E1BB-DC01-D2079BF5B0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D3A222-CFF0-E3C9-8F76-A6AF0408FE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14F1ABA-06F0-E6A7-D1CD-5A974430B5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82A7E5-96EB-8DBE-73BD-EA0E66899D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5C374B-E6EB-89ED-6DCC-ABD98FFA96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9099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3FDBD4B-2C66-3716-D073-3516C4C0DD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2FACA4-DEA4-47CE-DD96-B0D46B63C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760199-F3C2-2E4C-5FE4-15A644146D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67C5B-7486-75EC-9004-A2BED88B9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C91C47-48A2-EB90-DA03-6F61D43251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8178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E0DE50A-8982-8573-7EFE-8AC8A1013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FDEC1-0F6E-7865-F0AE-FE4384841B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FDA2AB-E091-1D39-9B18-E3DF27D5EB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362B324-77A2-4748-80C0-B47C14FC0483}" type="datetimeFigureOut">
              <a:rPr lang="en-US" smtClean="0"/>
              <a:t>10/24/2022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6ED55-79F2-E0DD-85D2-B6A03F93F8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317E0B-266F-5FF5-BBB9-7174FE0F761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EE2A17D-4A5F-41C5-BEC2-314735EF2AD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2490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45521-19BF-C2EA-950F-4556E26CBF7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data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3A2058-7A3A-1656-CB29-3CB610AF9A9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92654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0F8953-3D52-012F-34F7-2CFD88AEA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7490D1-C89C-7CAD-B26E-AC2626B431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545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577A4-A43E-6086-02D1-2DDBBEDA9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224F66-E68B-2B48-3197-7188F0F52A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999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4A8A4B-39F3-A795-8A88-F0FA446252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AE53A6-4866-DE2E-51CD-820228A02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20294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E6D25-AF98-C4E3-40E0-5B434CC5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4F125-7279-5709-19D3-17EA2A8B7C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03068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68FB0-9C80-482D-5FCA-E4A7937508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852541-0117-2C47-ADB5-EA9F76BFC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9951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251B-3501-F675-C383-4FF2855D31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61360C-A59E-21D7-898E-F660C9CCA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3994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FA61BF-0F67-0F5A-BB55-30B23D20DC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9686F8-EF2B-DB19-3895-869D30CAB1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6882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67EC89-A275-2CD6-38FF-E6FE99EEC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DABAEA-2596-5DAC-FB15-C1A05061B8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84094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B2CAD-974F-26E4-CFB7-3D8E4AF42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F836DB-694F-AB11-E77E-22D2AA120A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660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7D4D6B-0CD4-5682-37E2-E8C6F2003C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DCDD21-6472-8B77-AEBA-FD846D1679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34325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28E03C-CCF6-2D9A-EAA3-160BB752A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3DC5EE-1D17-AE39-4941-2AFB475D1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9918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273773-9A77-B840-321A-BF1743633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E6B17D-21EE-52A1-3470-A4B8E9888A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737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60F498-E0EB-0A55-614B-7FF6750A06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A6AAD3A-5601-7CB1-3012-F613E5FAE2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7299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725D3-321B-1235-C49D-5144D3D681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946B67-57A6-779E-048B-808409CD78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69988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B53116-B95D-BCA8-32CA-BBE934CE9F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54F8B4-BC99-593C-17F1-2B93983FA6A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92879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E97DBF-D00F-0D9A-AF8D-0856C4EFB1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201D14-3C64-A082-7913-E5E1E4EE54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62910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2</Words>
  <Application>Microsoft Office PowerPoint</Application>
  <PresentationFormat>Widescreen</PresentationFormat>
  <Paragraphs>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 Theme</vt:lpstr>
      <vt:lpstr>data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analysis</dc:title>
  <dc:creator>Brian Olea</dc:creator>
  <cp:lastModifiedBy>Brian Olea</cp:lastModifiedBy>
  <cp:revision>1</cp:revision>
  <dcterms:created xsi:type="dcterms:W3CDTF">2022-10-25T04:10:45Z</dcterms:created>
  <dcterms:modified xsi:type="dcterms:W3CDTF">2022-10-25T04:14:22Z</dcterms:modified>
</cp:coreProperties>
</file>