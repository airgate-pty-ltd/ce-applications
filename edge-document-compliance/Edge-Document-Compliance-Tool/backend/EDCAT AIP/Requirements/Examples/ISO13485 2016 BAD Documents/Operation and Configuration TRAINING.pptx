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79B7B-0C47-52AB-7E73-D81DAF3230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66CEFB-F693-80AA-BCA2-EC591422C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E66B8-7005-8D5B-CA14-C2671DF73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668C5-21ED-4165-B746-E126CB9E74B1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88DAF-E64F-F5D3-419A-CF84A2A4B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4B3D5-42AF-7988-C8AF-1CB64659B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E1AD6-A5D3-4F1A-8206-3ECC1379D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977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C067A-D506-4767-C082-55B64C0EB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11F33-28A1-A43D-01E4-07A9212D3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4B692-484E-542A-3E57-BC0900AA7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668C5-21ED-4165-B746-E126CB9E74B1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81654-BD1B-06D1-36F8-472CF0802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11055-9ACE-C9A8-225C-61555B0E5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E1AD6-A5D3-4F1A-8206-3ECC1379D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67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6F091-B05E-92BD-F152-E8C1001B1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BCB4E-CAF4-E6AE-CF4B-FB2142BD5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17AE1-A43E-C072-02C6-4B5B9EF6C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668C5-21ED-4165-B746-E126CB9E74B1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9C453-004A-0B6D-A34F-72480786E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BE2AC-8468-BE44-A00A-FFF61DA05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E1AD6-A5D3-4F1A-8206-3ECC1379D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176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8FB50-D325-9737-35D6-0C6D7CC26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C4188-8B9F-0A67-3E04-B117DB1FF2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C92B1-BD42-40A6-159E-599B11462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467F5C-E233-55AF-B5C2-EBDAC0D1A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668C5-21ED-4165-B746-E126CB9E74B1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843FA-C4B2-546E-EA0E-72E6A6E7B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CB076-D1D3-42FD-701C-09DF4622F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E1AD6-A5D3-4F1A-8206-3ECC1379D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48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0B41E-119D-F913-94A3-445E493D1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F9687-BE41-2491-2915-CC0E7415D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4EE00E-6257-4817-CFC9-C30EA4211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8DBAA6-9DFF-AE53-9923-6EAEB04ED8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F97BA5-9858-3F7E-92D9-36A159979D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B8B4CF-A478-4ACD-69B2-076ED7821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668C5-21ED-4165-B746-E126CB9E74B1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6246DE-5B89-92EC-2DB1-A3DF24A95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D81E2D-7FC2-BC92-F851-7BBC6749D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E1AD6-A5D3-4F1A-8206-3ECC1379D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681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AC94C-B57C-A734-4005-B1911FAAB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4AA883-C47A-2C92-3DA6-F85F2A020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668C5-21ED-4165-B746-E126CB9E74B1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96A990-4D31-05C5-2429-6F89FE58A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BE7BC3-C873-7C40-A0F0-5047F02B9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E1AD6-A5D3-4F1A-8206-3ECC1379D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993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C123F3-DF5D-848E-9E99-D2DF42435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668C5-21ED-4165-B746-E126CB9E74B1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E5AC6-963B-9C79-D53A-774F71F39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A3FAF-360F-D504-F589-151D6354E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E1AD6-A5D3-4F1A-8206-3ECC1379D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22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8C7E2-92D3-791D-11E3-9047EBF82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F9C8C-4A78-63CC-A8D7-2088712B9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67840A-77FD-060E-5E77-DE5B06BEF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79D8DA-9949-E329-AA99-02926A34D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668C5-21ED-4165-B746-E126CB9E74B1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C3B3F5-602E-58DB-75E7-55EAEBCE0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8C935-3552-9B9F-9320-47494D0CE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E1AD6-A5D3-4F1A-8206-3ECC1379D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71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9F62A-D0F2-4ED9-E9BB-28613867F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86C2DD-8E44-5AA3-E0A0-702A1FED61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7BD693-F807-725A-CED9-C9C414FD7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7D69AA-8CD5-4C0F-4717-EFCDBB28B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668C5-21ED-4165-B746-E126CB9E74B1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CF75D-33B8-FC4F-F880-A73714D0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FBF34-AEB1-05DB-4C1E-4CBA8FA31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E1AD6-A5D3-4F1A-8206-3ECC1379D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849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C502E-DC62-949B-4065-AD0B21C63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32EF16-CADC-E896-40F1-B30CA71EDA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5F968-3496-FBBA-6323-E5F0E105F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668C5-21ED-4165-B746-E126CB9E74B1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F6955-4D49-2F53-E32B-1AC3A7EBE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A7C02-B4F7-AA59-E5F9-A0DED3E73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E1AD6-A5D3-4F1A-8206-3ECC1379D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26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BD7181-1507-47CF-B9FB-137EDC619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86FABB-C4F9-47B3-D2F7-B1B9B9D3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269AA-BF7D-C779-C3C9-45960065C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668C5-21ED-4165-B746-E126CB9E74B1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8C2DE-188A-ED0B-735D-AE2A1130B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03EFB-CAD6-30C6-CAEF-7CFF520C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E1AD6-A5D3-4F1A-8206-3ECC1379D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753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8D8244-C780-0513-A868-F771AF29B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7BBEF-33AA-18BE-6157-58E131280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190BC-1D53-683C-A7DC-A9D3C0628D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668C5-21ED-4165-B746-E126CB9E74B1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556E5-6F18-1A62-589E-72E0953620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5BB63-2C5C-EF94-DD91-F70C420E1F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E1AD6-A5D3-4F1A-8206-3ECC1379D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592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0C6F-341E-C828-E9A2-D7D8356AF9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Operation and Configuration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12D5E-EC5F-58F2-59F5-6082B3CD47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392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5778E-C185-5A9E-B74C-2381586E5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5F0AB-FF6F-D7BD-0B79-6E4AAA531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25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45683-21E5-AB6B-7DC9-CAD3611F4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272D7-CF9A-0E25-6FC1-D2E99F339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9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8C67C-1206-2CA7-BA9F-ECB850BB1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80F27-87BD-6F46-8DDC-39F902936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678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13A6-F5BE-D9F9-02D5-C54AEC0E7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5666F-4E9A-58D3-F726-5118FFD97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3E548-EA31-B308-643B-86F0C9CF7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1E058-F043-C711-E737-554862B88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64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B450-99CD-FAAB-9C49-096C9765B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0F710-400F-9178-5281-7AF5C962D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346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1364B-288A-2A25-3DEB-620CDE937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047D3-3BBB-AEA1-1C8A-8B243E8FD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374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35C43-CBA6-2BCD-758D-D34A4CD10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48AA9-2E14-D763-1741-C875BABFD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99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12F72-94B9-7E56-E4DD-C4730F1D6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B7686-1E7B-A0B6-4605-D01CBAB15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71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CCBA5-137A-CCF7-8D4E-1DDE7B396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E8A45-9212-5AFF-5095-722A09853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344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3F43B-FE81-E74A-CE50-F1DF77169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8481D-C074-71E5-13FB-242BCFBF1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80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035C8-7ACA-0C4C-801F-D4784D55A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3F0F0-3541-74AA-E467-B8112FBBA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90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AA5A7-95D7-08D4-4135-F8CCCA65E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0D2BA-6C7E-2E9F-02EB-179E7B49F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025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88325-4982-E5A6-6CA5-E4E09496F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B1D36-A7D6-D6AC-4CD9-DC2B3E707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17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891B9-3D8B-1B7A-8946-31825AD0F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A2EC7-8F37-F337-CB92-0ECE34EB7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53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DD9CE-D7CC-24A0-CEA8-67D07D505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B1FA4-A64D-DDDF-0C84-05702A42D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093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53B5C-2EEA-6AAB-BFD6-FE4E627CB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7397E-23BB-556D-61C9-14102F578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410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2D605-A0E6-24D5-5349-2538CB6B0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660AE-F848-A342-1EC6-E826D17E9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20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3F38A-07F6-079A-3879-28824063A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7797E-38F5-F9FB-F2B0-B36F38971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698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0F2D4-534E-58BE-AD03-16A36F4ED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1F288-5332-404D-E1CE-714468AE9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594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CB36A-E714-4E78-1623-C6475280F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B33C0-67B9-9E70-D9E8-D28761E60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43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4B47C-6748-618C-4F48-88207F54F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281EF-5872-F047-AFA6-57C79B760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5135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6951C-56B3-32B9-DAEC-12E32107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125E7-CE57-62E2-1842-2D19C5703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620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71FB0-DC87-1D61-27C9-535083D22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60CB6-DA38-4DBC-EEDC-447370E5C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663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3</Words>
  <Application>Microsoft Office PowerPoint</Application>
  <PresentationFormat>Widescreen</PresentationFormat>
  <Paragraphs>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Operation and Configuration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 and Configuration</dc:title>
  <dc:creator>Brian Olea</dc:creator>
  <cp:lastModifiedBy>Brian Olea</cp:lastModifiedBy>
  <cp:revision>1</cp:revision>
  <dcterms:created xsi:type="dcterms:W3CDTF">2022-10-25T02:32:04Z</dcterms:created>
  <dcterms:modified xsi:type="dcterms:W3CDTF">2022-10-25T04:09:46Z</dcterms:modified>
</cp:coreProperties>
</file>