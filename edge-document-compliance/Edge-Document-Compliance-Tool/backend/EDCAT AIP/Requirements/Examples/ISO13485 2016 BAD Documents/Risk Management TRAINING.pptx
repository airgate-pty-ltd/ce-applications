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30EC-B212-26CE-81CC-1150AB35D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162A-07E9-F515-46C0-EE37E0462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66C9A-FE4D-0331-7D36-70C5AD0D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F2214-05B6-38FA-72D6-51762B0C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438FC-7461-D410-3E01-AEAE08D7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1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0D85-FDC7-B8B2-20B6-26B75801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38EC-B487-3ED3-1B54-59E683BC8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A76BF-0EA0-5CB3-91F2-D2EC7615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5DC90-C801-80F0-B603-512C2169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82989-E396-FEC6-906E-BD54EEAD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3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2200-6F56-3DF2-AF3A-6EE9FD99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E3848-0021-A677-FCEB-5F0242BBE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6A8D9-7064-A3D8-A3C2-BEDCD4B02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01710-9385-3F8A-CCD6-E608A94F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1A42-8FC9-85BE-CDC8-5F29C35E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5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22C8-39B1-8539-91B8-3A27E3B3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63DC-B802-7E31-9186-52C529C5E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4930D-00B5-B4AB-19D6-3F7FA2393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270BD-4EF4-B378-41B8-B823E59C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20604-3D84-C970-D252-A97119A7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7AF9E-8BFF-7E93-4261-BA0CE9E1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1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3BF1-7B86-8C47-14C7-FEF1DCDC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2B5A1-44E2-F63C-AFE7-E1C9124B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326F6-7E63-9D85-6BB4-E1433461A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F1D78-9883-DE38-D027-EE2BE51CD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EF3C6-981E-D449-B423-0624283D2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29A189-71E2-3D1E-EF9C-446E2C0E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BD2DFC-5EE7-8682-C422-34B7CBF2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253A9-1ABF-1FC1-041B-24872770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8EFD-D32E-F400-94C6-E25020A2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23341-76B2-522A-FD03-19E6B5A0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B6F47-39D8-9207-D492-C50A600E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064E1-E915-4D87-E8E4-32423436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3A5C3-F659-46A0-5A70-18AABA23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2B1A4-1E97-A495-4AF5-7CE81E85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9468-8478-5E74-7B97-3CDCC14E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5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9E51-6B23-A934-DEE8-ABCC5908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3BE8-CFA4-1239-6D8D-FB0DF9AD3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684F1-E541-9263-9AB5-BB45C85A1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986AA-6615-E475-9BAC-8BB63546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79CF8-17C1-5959-0110-E5172A8D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79070-0BCE-0869-CE03-E5B12CDC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3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641A-5FBB-A3BD-4FE3-1F439794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54939-969D-BA98-46A2-C25C2AE8E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FB19D-7E15-946F-9ACA-ED44E1730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0716F-D7B1-7BA6-612F-69CD241D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AA3DA-9ED1-C791-367C-893A8285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1A7A4-F058-8CF0-C065-0E0B1FA6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7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8F17-0EBA-065A-5CE0-1CA7CEAF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46A76-D498-5981-A39C-0B907DF99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26B2-DBAF-30F7-D8CC-2D543155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4C9B5-D2FF-53D6-8026-DFA27675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ACB69-536B-C384-7792-928BDC37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26382-3CDE-D9E1-A0A8-A9AD8A8A9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8F7CD-71F3-E161-5CEF-FDECBDCB9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6DEA5-F51E-9603-0E29-D371654D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6FA8-BE46-94F9-5914-E4B0A8B3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E52CE-2EEA-41D1-41FA-8E406BDE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0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C846E-6228-CD5E-35B3-0BDD74FA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9EC17-A27A-7809-9FE6-68C6ECE32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FE606-0F0C-DC0E-607B-AD177C6B5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89B01-8E7E-4CAF-8582-817E2698CF3B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7D408-FE43-D9F8-6887-E6EA9DB88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D5B0F-8787-291A-FBC5-869529F3E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37093-3C4C-4F1F-BBE7-F98989F04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FDE2-E022-52B9-E54F-2DF979A21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39651-0F31-794C-9A48-89E2B1BB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9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0C63-71CC-B267-C0C7-750DEAC3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22D3-B3EB-DB6E-D5F2-421E9C071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7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DFA5-0B85-9966-4A07-126F506E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FA6D0-1515-67D0-407F-69009B2B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7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0424-3311-F35E-7F7C-E70E0E7A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FF70-2AB8-0758-9F8F-9EE3F0695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2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0769-9BFC-46C0-03E0-7C82B736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020B-9269-15E6-7BDB-06B5F01C7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671-856B-535B-CF4B-3476D570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AB1E-B85A-F5FA-9ADD-16928AB29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BB91-6F45-344C-38AD-6D93760F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7339-940B-3A6A-4684-D8C78EDCC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4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3560-A11E-E9D3-66A7-196FF388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E41E7-7C34-DB6E-A1E1-FF1DB78F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4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FC3A-3967-27ED-A1BA-E7EE54FD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ADA8-BAB2-6CD7-4ACF-B6FD4C3B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32E0-AF4A-1231-61B0-6ACD9A87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81E4-769B-3BA5-3269-26F4E26A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2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AA71-4DC6-9BF0-2AB5-6696205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5313-6F4B-6230-7D4E-87EEF13A9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1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6B78-30F9-33FB-2DBE-45C3F8F0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6BC0-0F6B-0756-82C6-78DC5171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24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15D47-EA12-040C-DBA7-FFB7487F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B3F9-5B11-2216-9634-AE1B8E606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41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93EE-463C-932B-1021-BDFA6F5A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FEA81-2AAD-6D94-46C9-DB24A08D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59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2465-86DF-E1DB-4654-93869EEB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CC78E-C0C9-6C4E-0882-7513E3C27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2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B69C-3B01-A214-74A2-8D38D356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126D8-2CA4-33E3-C6BA-0074BCF8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16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E398-0AA9-C2A9-9AA9-375BCB42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CED53-7D81-4536-1B57-7E36F9003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48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7874-CD04-E7C8-1145-84CB5811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737AB-594A-0AC5-A1C3-0FE5F7BE3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9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Risk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</dc:title>
  <dc:creator>Brian Olea</dc:creator>
  <cp:lastModifiedBy>Brian Olea</cp:lastModifiedBy>
  <cp:revision>1</cp:revision>
  <dcterms:created xsi:type="dcterms:W3CDTF">2022-10-25T03:56:22Z</dcterms:created>
  <dcterms:modified xsi:type="dcterms:W3CDTF">2022-10-25T04:09:27Z</dcterms:modified>
</cp:coreProperties>
</file>