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7E60-9F35-9185-5BF1-2FA655EDF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E7C35-F28B-5B58-9C9D-CA9718420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3D7EF-13E3-A0CA-7E66-29DE9F56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90E29-09BE-B64F-AA30-B04BB31E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C4233-DEC2-77BF-3B1A-E8DBE77D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4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B077-12B7-4B46-2514-F9FC73D6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DD128-1F02-068C-A372-3A9165F77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DCF03-F7A4-638B-DBBB-48E1FEDE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A788E-9E39-BA16-FAED-7130385B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3FEB6-F5AF-DCA0-CE85-8CA10922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3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C144-E686-119C-4D94-97872E38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C4657-B846-0155-C346-31F585245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253F7-DAD4-425A-6824-CBD9EC2E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AED11-7A22-32A6-59A5-69EA8137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CB672-AE0A-3C93-02EF-B95DB364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16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31FB4-421B-202C-B26F-506DC2F8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F3B4D-C1BA-2700-1F73-F5BEDC29D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640DF-770A-8015-793F-8EA95429E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17F27-EDD2-069B-288E-12CCB225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097E9-CD91-D25C-364C-80B2B3C0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906B8-3BC8-A9E7-4E5D-32AB7C3C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7C59-141E-0368-D3CC-ADBEDE4D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7518B-4FAA-7EAB-03D8-CBC30C51D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3CA95-B497-FF3D-C2AE-31957DA30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E911E-5F21-9705-C273-84810CE98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1CAD3-510E-3788-B49F-541270140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AC9ADA-7134-EBE9-AC32-E4191B1B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0E830-A3A2-8B66-C125-FB8142A9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EF42D-C58A-0237-5E38-2273A235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11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ECE4-0484-30F9-A561-9967E99E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48086-8B73-301B-DC6B-694FA039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47E1C-0221-87DA-EF8C-2DD219C8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3D8E6-C60C-3ADA-BDF1-111C2958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3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FD2A9-43E6-D15E-3C56-25C2441A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46A348-4329-3C40-3F27-AFA6B80F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811D1-A710-4816-9984-13E68A57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5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0059-851C-23C9-2D56-E501383C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F0DEA-6811-D281-88D7-E8FD4B9E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303D-525D-63F2-A960-3B019A1DE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50F29-7969-ACF9-C067-0C173B316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3D778-6CA2-1E66-4179-9EFFD9DE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D608F-0BEB-08D9-9D01-9F01B589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4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AF90-C291-E8D4-832B-7AAA26818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7592C-7EFD-BE42-0EED-56E086CC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9C9B3-3A30-9B1C-869E-4AD4F9EB2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4D203-8B78-F5B6-F7A3-CC7FAC86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38B45-67E5-00FE-47A2-1B140538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17835-E8B3-031C-FC1E-35212DD7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0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E8FF-FED4-00CC-87A7-73DBB4B9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FA156-4DDF-7AA7-5419-E79E90A74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01A6F-113F-A45B-506D-FA448818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6E652-BBA8-D3A1-4291-A69438C3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85E4-4DFE-D8D2-95DA-898BF510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0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39CF3-640B-B544-057F-13F272C084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7D706-97FE-D64F-6680-39D4F0839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FDC9D-2B4C-89CE-217C-5F47B631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65DF0-2098-9A48-E4C5-58F77B54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87031-1A81-E75A-A5EA-D62E66CC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3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58DEE6-64D7-0890-3515-F5669226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1631-1B2F-E2BC-1859-B2017CB9D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39BEC-332F-C5A1-1838-6FBAA1205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72239-FF07-4E29-ABB9-3DF05B9D37A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510F4-F63C-0623-10D5-37AA2C587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A5FB0-4C53-4C7F-05AA-B6BA15BB6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0BAEE-BFD9-4ABF-8AC9-018AD9704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1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A72D-3680-1D29-DA39-C4ABF3C02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Management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2AA38-ECB8-98C2-5F0B-8F164A1CB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4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6106-FD0F-9A17-3957-C256A7A9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F2E25-4299-8F40-63B7-14CD1BEF6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27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0156-B6F8-A972-8A7F-2D74CAE2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AADD-34B2-69AC-6031-F9DF73BCA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4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446EB-A7CC-20E0-DBE7-FD4274C6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4B43-6A10-BA4D-8942-40C53FDDB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3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F33E-B219-FC63-096D-C8B1A29E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01B9E-B9C4-578B-B11A-AF5102E7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67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BFE9-897E-1E4D-082E-6980333FB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7C5C6-4EAA-0F8D-AF68-BF61D1951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8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DAC2-BF7E-A708-56B0-2B6A2CD7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D541E-922C-7108-9DF6-F099D3F79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0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6055-34BA-E627-1558-1C495C2A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8423-07B8-6392-6830-15E8A8169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2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B9E-345E-FE8D-6131-A6588CEF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94C5C-2F6F-4C46-FE72-E57DEB6D0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62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C52E-14D1-19F9-EDBD-902A8729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48233-B8D0-7FF4-6BE9-BFEC76B98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12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58CC-630A-E875-1A3F-ABA36347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984EC-DEB0-B1DF-8823-FC75BAFD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3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E652-99FE-B2B0-6228-61619037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D2413-AC77-CA35-88F8-239F0F25B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45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2078-CBCD-28BD-9662-00F80E03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85F26-3214-B464-54B8-7252D8418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88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FB0B-5A1F-2848-F874-0FBF7371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77B63-0732-9BA8-FE29-DA16CFBF9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44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DE9D-02FB-5A79-0816-C52B1007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B1704-371F-B5D4-4962-98EE2BCDE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67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D7A6-EBD8-A4EF-2EA2-34E9DA39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FC7F-F1AA-EBC0-53BF-FBD56435A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07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FF65-C06B-EA3A-B890-FAACDC27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B80F9-3FDA-C59A-1157-D6F2A1A07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81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Management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Review</dc:title>
  <dc:creator>Brian Olea</dc:creator>
  <cp:lastModifiedBy>Brian Olea</cp:lastModifiedBy>
  <cp:revision>1</cp:revision>
  <dcterms:created xsi:type="dcterms:W3CDTF">2022-10-25T04:10:42Z</dcterms:created>
  <dcterms:modified xsi:type="dcterms:W3CDTF">2022-10-25T04:13:53Z</dcterms:modified>
</cp:coreProperties>
</file>