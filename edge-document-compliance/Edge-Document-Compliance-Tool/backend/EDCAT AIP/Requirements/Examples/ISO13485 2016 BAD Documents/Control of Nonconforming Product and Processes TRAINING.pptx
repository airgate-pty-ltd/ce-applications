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534D-4EB6-7FB1-2FCC-3DBD6F8DB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BB59B-4DD5-669E-6238-C38AC1F20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6897-6482-5491-42B0-135D0725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81D4D-D2B4-4748-83D8-79D6B164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4D25-77F4-CA9F-0201-A5E18FDB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6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568F-045D-F4E9-131F-7A61A27A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CF2E4-6E18-F3B7-DF9A-26E92C3CF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FC63A-D368-670B-C534-AC7846BD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86589-65A2-6644-AE39-F89C8E54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B29F-95EB-B932-EAB6-DD696F9E4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7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2B3F5-B9E0-4F42-1BF7-DBF5C5A9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DD46-4F55-7AC9-74F0-6EFF2EE16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C28A3-584A-6E08-EE80-F323382F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97A33-A6EE-A1D7-56F3-ABB9E060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B731-9A34-0695-5979-ACCF3CF4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0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2A52-2346-15B8-9E76-A2B2316A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7DCB2-0A06-53F4-3BF4-FFD3A7BF7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3DCF4-F6F3-6783-A03B-7E22A916B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32AF8-A627-5188-5615-9DCD0B1D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5ED41-1E37-F97D-30B7-9736C2C0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53401-C5D7-44CD-4B2E-227071C5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7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DC92-7808-F949-3CE9-7C70348B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FB571-CDDD-50F6-2FC0-4EE2AC562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9EFB7-405C-A55A-1B5F-3D16D0895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550E77-CE4F-F1CA-FDA8-BB51B53DA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269A5-B986-7025-3226-2CB0CA836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6F1BC-1658-2BB9-5D6B-94DE93B5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9D6EBB-4C5A-20CB-A215-1D608FF1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757B4-74E7-3E70-EF4C-91EB5925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21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C6B9-34F6-D586-0589-ACECD906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A56FE-9761-27D9-3C64-09ED0510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C6B6D-7515-CD3B-7A1A-012703A4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107AF-C690-8D4C-79DA-D76B2670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9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E414B-D3C2-38CD-61BC-3FCB57E1C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EECA7-CF5C-CD06-E95B-26807C24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DAB90-E34B-BC07-C9C7-F00236CE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2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377E-5732-8BDF-F7A9-BE4575B2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C96B5-E4E4-5087-0303-124068767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2D78C-F8BC-CD2A-519E-5DED2E5DF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5C935-32E5-E160-E7DE-78229526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CD15A-210C-F763-1C2B-D3F5846F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FF92E-410B-075B-AFD0-8637A3E0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4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06BF-8F31-36B7-AE3E-74FF9D97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E1285-4F90-84AB-BADE-7DB1A8A08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C925C-2105-05F3-4211-17DC747C3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19CC0-6574-5FC0-E742-294E7E20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6A3CA-0F05-A076-B679-D39A1BEC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012DB-F760-E48A-5C22-E78367D5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0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F9F7-0534-B0CA-3B04-36292032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3740A-6553-04DF-7344-A149D21D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33F64-70F5-244F-BFD8-6E4FD046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A2CD6-5456-BB80-1EA7-DACF7786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F443B-FC80-EAE3-ED6F-0001E2AF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AEC53-B14D-14B1-CF36-A6D5796A8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4F664-16EB-CC8E-8721-A31112BC7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9DCF-C6AD-8E54-0538-5AFEEC61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F2027-57B2-A655-D8B8-6DEE90CD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7F0A0-68F3-F50F-C369-BA4365B7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92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ADFB0-F3A3-E479-2753-8A64F33A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C2272-BB4B-81BC-C03F-47F6B59D3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7ED9D-872C-0ADB-B11B-1427A3EA4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D2F94-BDCA-4377-93E2-36C377E38FD1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70AD9-A1BD-CC85-9DC2-D4244110C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3836A-33F5-374A-DB74-92DB961C4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3900F-8F48-41F2-8656-921FE82CE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8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3060-4456-C506-2CB2-C000CEA80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 of Nonconforming Product and Processes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5FCBE-FB9D-0FC8-04E3-C889CE78D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24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FFD3-B68E-B8C8-F829-BCA151BF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0BA12-0A24-A155-8286-910AE0AD6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52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1F02-5AEF-C6D3-175D-89899886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C8F5-27C2-2DBD-C244-4D8C1193C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5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E681-0FA1-8665-D9CA-53B76933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7877F-E164-13F0-7D3A-C3218139B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7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C353-C73D-A295-8EEB-026C194F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5206A-1649-1FB3-8F36-AA48445FD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9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C923-7E92-EA1D-ABB6-563D3CE4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7E4EB-F281-75F6-CFCC-BD8AF1028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95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D26C9-0355-BB5F-E3CB-186AAAFC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75E29-63A8-FB5D-5A78-AAE0F4CF6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4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B878-C412-F677-742D-F9EFE3E4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D682D-8ABD-1D5C-28FA-96609B18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38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29C7-B7E6-44D8-EBF6-A5191C30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B9B5-E88E-133B-F036-EDFFE67C3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6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0483-4100-FFCC-5365-9F83AB4F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8D17-3AE6-5E02-B615-2D0927A02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0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CC341-2FBC-A83D-FBFD-AE269C44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3131A-AA9F-8EB2-FB18-6B64314DF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83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DBB4-0795-3551-3F5D-EE48FA5F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6B78-99E3-180A-C187-9594BE677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55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6962-DBB1-D63D-BABB-598295F4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86EC-3229-A04F-2442-DC730088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58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A7F9-2DBF-9192-8146-F9BF9CFB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50A4-8AF5-004E-D34C-F6E75F777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79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99BE-AC19-D4D9-E2CA-C5C09A63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035F-640F-1FCC-43BE-405FA574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48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Control of Nonconforming Product and Processes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of Nonconforming Product and Processes</dc:title>
  <dc:creator>Brian Olea</dc:creator>
  <cp:lastModifiedBy>Brian Olea</cp:lastModifiedBy>
  <cp:revision>1</cp:revision>
  <dcterms:created xsi:type="dcterms:W3CDTF">2022-10-25T03:56:01Z</dcterms:created>
  <dcterms:modified xsi:type="dcterms:W3CDTF">2022-10-25T04:05:16Z</dcterms:modified>
</cp:coreProperties>
</file>