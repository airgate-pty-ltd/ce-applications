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E9E1-341B-BA9F-AC53-BC3DCBC00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872377-B95C-C3A7-C3D5-7335E013E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B6761-E762-064B-2718-50A6E451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347C-0B40-45C6-A00D-3B0ED375D891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ACDA1-A35D-42A4-07EA-3A658B5CD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A76B9-C960-FD56-5AFE-06D5EB92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6406C-38EA-4322-A195-96011788A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6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5B63-5D48-6C99-D170-2005AD30D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D6042-E0E7-8758-EAB1-33A8F5F3D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60FEF-F6C7-68F4-9EB8-2082D413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347C-0B40-45C6-A00D-3B0ED375D891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40702-E986-A643-8A1C-6F4B7F6B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44844-F1A2-F89D-CA3C-AE4CEB9B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6406C-38EA-4322-A195-96011788A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4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04B31-4D2E-0A5C-F342-6614EA0A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FBD97-6144-E4DC-5D71-5F9D535CA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900A5-45F6-33BE-1A7A-04BE15887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347C-0B40-45C6-A00D-3B0ED375D891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1013C-11FC-E30C-34FF-9DA4568B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92763-10AC-0783-1C73-9154D93B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6406C-38EA-4322-A195-96011788A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1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B573-A3FF-2AC1-CE6F-D169EA013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0046A-9C1E-1E3A-F028-25E520B40E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EC7B1-DD7F-0E0D-9C99-36EBD881E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440DC-27D0-8B8B-9DFE-9B0A1887B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347C-0B40-45C6-A00D-3B0ED375D891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71C7A-CD29-9812-34D4-DEF55499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97DBC-90D3-7F25-C5E3-D929BD4A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6406C-38EA-4322-A195-96011788A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2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EBB2-5552-A0E3-2307-3374CEE7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AEC61-91F1-9B4D-341E-418F512DD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E700A-2E9A-0999-E6EF-F2B018AEE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F6AE57-9F14-38C6-85C0-E2EA929E2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F85F8-EA2B-8160-DBE5-5FC7A5A16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1BEC77-5777-A60F-0028-F47983723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347C-0B40-45C6-A00D-3B0ED375D891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5D5B9A-CE7E-60C1-3921-7E626D7D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3B52A-F3B7-5A04-3D0D-D29AE985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6406C-38EA-4322-A195-96011788A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01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048C6-553B-FF44-E535-82A6EEB0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99120-AE31-4A3B-B281-880D8ADF1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347C-0B40-45C6-A00D-3B0ED375D891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8792F8-482B-8648-8A54-722F11171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C2AEE-0BDE-F7B6-9960-3DB13DBB5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6406C-38EA-4322-A195-96011788A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52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235FF-3D34-7782-BFB0-14195693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347C-0B40-45C6-A00D-3B0ED375D891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DA9F4-7C4F-FC2A-C55D-5696A77E4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DC926-1616-682E-F4A7-A985CCB2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6406C-38EA-4322-A195-96011788A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94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FB31D-74A8-8CFA-94B3-97B8C3EB9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7C9DA-BEDC-667F-4108-A929E9203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1E7F1-7DB7-52FF-246E-8AD8408FE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4BC7E-0448-4AA2-61A1-993284537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347C-0B40-45C6-A00D-3B0ED375D891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FAC9F-829E-2A1A-8C70-CF130DC3B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6BE00-694B-7055-F4BB-A82C9046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6406C-38EA-4322-A195-96011788A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7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CF41-3412-7DD7-BC89-E74E02C63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FA8CD-E04D-52BC-C6F4-0294CB268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A70BC-B9EC-EDF7-6505-ADB26D5B7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C42A1-EA65-ABE0-0451-48B54307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347C-0B40-45C6-A00D-3B0ED375D891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C8D54-B10B-576F-89E3-952B26272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A4C7F-8BAA-C941-3EA3-15966BE8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6406C-38EA-4322-A195-96011788A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8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ABCB-B84B-1633-B84C-A74228FD2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E470D-3EE0-5AD8-0896-0D8DF7D96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C5EBF-932F-8B59-2633-80F8CFF2E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347C-0B40-45C6-A00D-3B0ED375D891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53267-C11D-FABD-C5D4-7FCA77CE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BB41C-870F-A61D-248E-EDA9CA66F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6406C-38EA-4322-A195-96011788A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C6B660-1733-DC18-74BE-49EEAC2F8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EEDC4E-E67C-9BBA-8A29-95F3B7B5B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0CEE2-B636-2275-F601-F3F7D50FE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347C-0B40-45C6-A00D-3B0ED375D891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A4D71-8B22-2A8D-5F29-A449F170F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77464-E5F0-0F00-5224-82105E29A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6406C-38EA-4322-A195-96011788A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46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7171FD-813D-EC18-6F01-C5F1E833F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6C2FC-BD97-5A0F-62BB-DE49FC5E4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5481B-D100-AF6F-7439-7E262EDB2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2347C-0B40-45C6-A00D-3B0ED375D891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AB18C-B85D-32BB-84D3-947EE05BE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C31CF-610F-F2C8-0C15-A0A97FD13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6406C-38EA-4322-A195-96011788A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8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976B-48A2-87FB-DF74-5D02276581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Planning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70089-C8C4-1803-B35E-B49004FF3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59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5D4E-74A9-12A3-34DE-FF9E8D37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301F4-6DE3-59D8-B406-064F169AC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9001</a:t>
            </a:r>
          </a:p>
          <a:p>
            <a:r>
              <a:rPr lang="en-US" dirty="0"/>
              <a:t>6	Planning</a:t>
            </a:r>
          </a:p>
          <a:p>
            <a:r>
              <a:rPr lang="en-US" dirty="0"/>
              <a:t>6.1	Actions to address risks and opportunities</a:t>
            </a:r>
          </a:p>
          <a:p>
            <a:r>
              <a:rPr lang="en-US" dirty="0"/>
              <a:t>6.2	Quality objectives and planning to achieve them</a:t>
            </a:r>
          </a:p>
          <a:p>
            <a:r>
              <a:rPr lang="en-US" dirty="0"/>
              <a:t>6.3	Planning of changes	</a:t>
            </a:r>
          </a:p>
          <a:p>
            <a:endParaRPr lang="en-US" dirty="0"/>
          </a:p>
          <a:p>
            <a:r>
              <a:rPr lang="en-US" dirty="0"/>
              <a:t>13485</a:t>
            </a:r>
          </a:p>
          <a:p>
            <a:r>
              <a:rPr lang="en-US" dirty="0"/>
              <a:t>5.4	Planning</a:t>
            </a:r>
          </a:p>
          <a:p>
            <a:r>
              <a:rPr lang="en-US" dirty="0"/>
              <a:t>5.4.1	Quality objectives</a:t>
            </a:r>
          </a:p>
          <a:p>
            <a:r>
              <a:rPr lang="en-US" dirty="0"/>
              <a:t>5.4.2	Quality management system planning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5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EA8BB-B3A0-F7E1-E484-D9724FCB5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3C628-F5DF-759B-CA56-6806C2272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40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4B05F-9B8D-1643-4962-89083BE2D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A10DE-12C8-B459-A04F-B30861DED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95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1873-3640-869D-A7BA-5B49F06B0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F560C-4DD1-7172-450A-20841AC57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52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40B86-6DE9-7372-BDC8-81FDCC2F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0C252-0228-9FE2-3F71-9D6C9C7CD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0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4E613-0B31-3872-402B-55CCEF23A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3D432-AB63-309E-7074-CAD1641FF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5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BC706-90F0-236D-44AD-159B7159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B3B1C-EC12-2348-0B9B-A42C1FFAA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12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66BF-39CD-6C19-C7E0-8340110A1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551C7-B2EF-7F73-B852-48BE3234D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96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46F5-6A4D-5A9F-4446-C165FAECA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2640C-E36E-89B1-E6F5-5D017636A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6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59E29-DC56-7F7E-7BC5-5760F53CA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C3159-EE98-9516-914A-CDC98CCE6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66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2D46-3E52-B459-1A4C-EF20B2E5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E971F-1644-09BF-DCF5-725F3F90D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16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D297D-B143-537F-2ED4-0F255D3E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49540-ECE3-C1C5-25D5-8387DFAE2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11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91FC2-7C86-8B42-2E55-5D51B128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30C48-296E-EF07-186B-7871A5FF5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43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DBE9-BE24-86F2-AD14-E4BE986D9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37526-AA4F-0117-B527-86210ED08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06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60645-86A4-DECD-33C6-FBC44412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E3557-50B6-AB67-76F6-331836D28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31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6F30-C62A-F6B4-01BE-61127045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FB11-EBB4-5629-8D6E-F497F505B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43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4469-CBC1-5BC3-9841-B3D39716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C2748-D378-3467-1619-B1493BAC5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206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99DA9-15F5-B20D-656F-E4D2BCF5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9FEE4-5D97-1493-5226-3E5B4503E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52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07529-F651-89A3-569A-D759B39A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999AF-39B8-DAC9-E4B1-06670B339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30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E6D77-0E32-1196-117A-06259A27F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9A410-2968-2F2E-8AC7-061FE782B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36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A0B7-363F-02DF-5916-4672AF64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4501C-2737-BC25-77DA-927F5A495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40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AEE6-FD95-82E2-1FD3-FAC7D6DD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34D33-9B03-7D6D-39AC-2050116E0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28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5427-3417-AD44-45B8-840E208EC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D5864-31B6-6E8A-FA3B-9C97E1EB4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56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F17B-428F-EF9D-947A-58526B00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5F0FB-D843-5B68-1B78-DCB63ECC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91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71F41-5E4C-3C57-7FF5-F5B94D7A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BB137-5369-82D3-B6ED-655829EE0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67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43</Words>
  <Application>Microsoft Office PowerPoint</Application>
  <PresentationFormat>Widescreen</PresentationFormat>
  <Paragraphs>12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</vt:lpstr>
      <vt:lpstr>Office Theme</vt:lpstr>
      <vt:lpstr>Planning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</dc:title>
  <dc:creator>Brian Olea</dc:creator>
  <cp:lastModifiedBy>Brian Olea</cp:lastModifiedBy>
  <cp:revision>2</cp:revision>
  <dcterms:created xsi:type="dcterms:W3CDTF">2022-10-23T16:59:55Z</dcterms:created>
  <dcterms:modified xsi:type="dcterms:W3CDTF">2022-10-23T18:29:21Z</dcterms:modified>
</cp:coreProperties>
</file>