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15195-7B38-C3A8-3340-49000BDE7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C4AE6-78E1-9321-DA22-480ADE459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2EE2A-EE29-22C3-80D5-2B59CA5D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54AB2-2D59-CE6C-4A6A-278199BA3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4BACB-D9E2-9CA1-6656-8CA915FB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1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3923B-D6F7-A658-FB66-5A6374689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ECB9F-2FC3-A337-907D-736D0887E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A96AB-6C7D-06D8-19FE-AEAEA35F3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FFF10-172C-87C1-890A-59180172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BF209-A2BD-E362-ED5A-9AAD19E6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2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EB333-506E-5675-603A-E6868DA0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50E3A-11B3-CD72-63FF-FD5C0EA20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C5DBC-2EC0-AD31-B03F-82C0D82E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76F59-5D5A-AB15-1BD0-473D0472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B0B62-7948-60ED-1104-DF909F0D1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3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5B7A-56F3-3143-93C0-D94895F7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DBE0D-2BEF-051D-455D-6050CB75A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7BDE4-D0B7-9A35-8929-33047C332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325AD-ECCF-B4D9-2BC9-60E6E669B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0134C-AB96-5E03-8928-7B1FDA89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7FF8A-5331-2699-DE58-6A40CD8D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8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6BBD-924D-441D-C1B5-0F8F7AFF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6B89C-7966-8E13-B499-93A7E1680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5884A-5DAF-A11B-5CE0-EFA9026EF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C341D-56D0-68BE-2F02-0B8A55B1E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49006-A8AA-B748-3376-4193C864C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E76DD-DD18-0655-94E7-9DDA0EE56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20DB8-74A1-B7F6-3D36-A695EA7F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89974-3415-1760-828F-A311141F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2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E946-B3B1-AB32-B00B-5C9E73F6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7F1C3-0A85-82AE-7F72-A40C8A94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A0E980-4EC6-138D-D482-A16CA9F2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20B17-3117-1CCC-40B7-C119FBEB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0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33649-2088-BDDD-6E57-251DB3EB0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BFB0A-1DBD-24FF-678E-B01BF513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570A8-78CA-67E9-495C-D4F57E5A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7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0EEC-CA15-1A7A-674E-54805C1E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925A-64E6-7BBF-934F-2E43A5ECA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68801-91BE-A0ED-9651-B23F118F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01D2F-CE6F-5024-1C64-C25A068DC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C0978-E104-96EE-DECC-CF2D8ED2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FC208-9449-19A6-FBC3-8456EB46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29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E9CF-B727-5A09-8975-A1C866424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B8421D-EC91-5C02-C457-710644278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A75C6-AD67-3FF6-6A73-1CB137F3A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852DF-7442-19DB-8D1B-AA81D315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0895B-7617-8603-E371-8CC8F2BC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670D4-5D84-EF6F-F3BA-DDC54669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8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7A82-DE64-D454-4D52-2DE3AFDA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0B399-CBE9-1234-0A17-582FDEEEA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51168-BA86-63A0-C715-AC4D2909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B2581-91DA-FFCA-90B2-11C85148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27C6D-7AAA-8FD9-1A06-3AEFF2CF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9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2166F0-C459-1A34-E7CE-E23F702D6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A7A7D-74C4-9E0C-39DB-38247F548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02394-5F90-349E-8EFB-9F43036B3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37217-AF6D-5702-6CA7-79976396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D7369-C378-91A6-8806-177DF4809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4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FB1BA0-007E-D14C-CFAD-77AF0BC6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608C0-898A-A3CB-3854-5EA5DE54B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CEAB4-3CA9-3FA1-15F0-0673E30AB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A5A12-28A6-4225-B7C7-97B86E7C579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78120-F32F-BFB6-3DC0-B8CE2CCA4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CE364-0096-522C-326A-BBF738E31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7D17E-8057-4C56-B4C2-F2DECBCC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46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8EB6-4EF7-967C-1F9E-F682D8614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Control-Provision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DE1422-2A77-3B41-DCA3-F51ECF9F0D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30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0108-3528-7320-BC1E-1BEF7A1D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29210-9455-C41C-CE94-6F1E6BA2C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39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2F07F-8A12-9AE8-9A00-D3EFDE70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67AF9-6795-4CC6-C83C-BC8E79B9E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0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FA6D-F5EA-209D-4873-E916D8E6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A84F9-EAD6-8EC5-DFC1-15361527B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89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873AD-8630-A4BF-106C-C222725D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0B946-6C46-9A0E-808D-33A5EE0E7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49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D3E7-672C-6776-9B00-2EFFA80AD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3B4D9-12B6-A495-3CCB-DE6783C2B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0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551F7-4D95-0EB8-7905-C7EE67BF4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4BDA6-8481-7200-AF28-995B82EC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63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8DCA-46B2-79E0-6A73-3BD2D0E3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5314B-53B7-6AF6-A8F0-26A46E38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82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1E34-6E4A-F70B-6A51-3E2489C1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A6654-453A-7325-4DCE-21308DA6D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55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E3F9-6D6E-DC50-E710-2D4ABB942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8CC16-33C3-866B-26B0-71E4F187C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64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0A06-4318-1C02-E30D-10022A0E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3BEFB-D5D8-1E19-4C21-6642F87A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25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31A6-679F-4F00-5FBF-41184EF0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A322C-E783-9CB9-C173-0C4E7AB41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1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AAC59-0F6A-D856-70CA-A1866835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CD436-5506-E78D-39A2-D8F950C2C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89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155C-5062-71EC-EABD-92061876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D98D4-2E62-A586-F8FB-370EEB1FD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41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96D2-D146-A2AB-3238-2386354A0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A8DD-080A-2699-5498-295AA78F1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32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9D4C-58BC-D782-B576-FA152A55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64977-1009-7C2E-504C-217DE170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09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Control-Provision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Control-Provision</dc:title>
  <dc:creator>Brian Olea</dc:creator>
  <cp:lastModifiedBy>Brian Olea</cp:lastModifiedBy>
  <cp:revision>1</cp:revision>
  <dcterms:created xsi:type="dcterms:W3CDTF">2022-10-25T03:56:07Z</dcterms:created>
  <dcterms:modified xsi:type="dcterms:W3CDTF">2022-10-25T04:06:57Z</dcterms:modified>
</cp:coreProperties>
</file>